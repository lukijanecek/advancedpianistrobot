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67" r:id="rId4"/>
  </p:sldMasterIdLst>
  <p:notesMasterIdLst>
    <p:notesMasterId r:id="rId14"/>
  </p:notesMasterIdLst>
  <p:handoutMasterIdLst>
    <p:handoutMasterId r:id="rId15"/>
  </p:handoutMasterIdLst>
  <p:sldIdLst>
    <p:sldId id="275" r:id="rId5"/>
    <p:sldId id="301" r:id="rId6"/>
    <p:sldId id="307" r:id="rId7"/>
    <p:sldId id="312" r:id="rId8"/>
    <p:sldId id="309" r:id="rId9"/>
    <p:sldId id="310" r:id="rId10"/>
    <p:sldId id="308" r:id="rId11"/>
    <p:sldId id="311" r:id="rId12"/>
    <p:sldId id="306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ovsky Argir" initials="ZA" lastIdx="1" clrIdx="0">
    <p:extLst>
      <p:ext uri="{19B8F6BF-5375-455C-9EA6-DF929625EA0E}">
        <p15:presenceInfo xmlns:p15="http://schemas.microsoft.com/office/powerpoint/2012/main" userId="S::zio001@vsb.cz::1dc56a10-5d08-49ef-933a-90ca63c0e9b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C3DE"/>
    <a:srgbClr val="0047BB"/>
    <a:srgbClr val="FFB81C"/>
    <a:srgbClr val="E4002B"/>
    <a:srgbClr val="43B02A"/>
    <a:srgbClr val="00A499"/>
    <a:srgbClr val="FF8200"/>
    <a:srgbClr val="8246AF"/>
    <a:srgbClr val="818386"/>
    <a:srgbClr val="A28E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2DADA6-EE5A-4C08-BDBF-BE7A51738D1A}" v="209" dt="2025-12-07T18:25:19.938"/>
    <p1510:client id="{E03C8718-104B-C054-1D33-B3C1DA4637D0}" v="418" dt="2025-12-06T20:40:40.324"/>
    <p1510:client id="{FF18251A-6D18-402B-8D60-533080CD58EC}" v="3" dt="2025-12-07T14:01:58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ziorek Jiri" userId="9a82b19d-2ffc-42c5-9aec-b524c31dbef2" providerId="ADAL" clId="{464971FA-FEB7-465A-A924-A9301C30B2D9}"/>
    <pc:docChg chg="custSel addSld delSld modSld">
      <pc:chgData name="Koziorek Jiri" userId="9a82b19d-2ffc-42c5-9aec-b524c31dbef2" providerId="ADAL" clId="{464971FA-FEB7-465A-A924-A9301C30B2D9}" dt="2021-02-11T07:22:56.990" v="771" actId="2696"/>
      <pc:docMkLst>
        <pc:docMk/>
      </pc:docMkLst>
      <pc:sldChg chg="del">
        <pc:chgData name="Koziorek Jiri" userId="9a82b19d-2ffc-42c5-9aec-b524c31dbef2" providerId="ADAL" clId="{464971FA-FEB7-465A-A924-A9301C30B2D9}" dt="2021-02-11T07:08:39.323" v="17" actId="2696"/>
        <pc:sldMkLst>
          <pc:docMk/>
          <pc:sldMk cId="1542858442" sldId="276"/>
        </pc:sldMkLst>
      </pc:sldChg>
      <pc:sldChg chg="del">
        <pc:chgData name="Koziorek Jiri" userId="9a82b19d-2ffc-42c5-9aec-b524c31dbef2" providerId="ADAL" clId="{464971FA-FEB7-465A-A924-A9301C30B2D9}" dt="2021-02-11T07:08:39.345" v="18" actId="2696"/>
        <pc:sldMkLst>
          <pc:docMk/>
          <pc:sldMk cId="1921074248" sldId="277"/>
        </pc:sldMkLst>
      </pc:sldChg>
      <pc:sldChg chg="del">
        <pc:chgData name="Koziorek Jiri" userId="9a82b19d-2ffc-42c5-9aec-b524c31dbef2" providerId="ADAL" clId="{464971FA-FEB7-465A-A924-A9301C30B2D9}" dt="2021-02-11T07:08:39.251" v="13" actId="2696"/>
        <pc:sldMkLst>
          <pc:docMk/>
          <pc:sldMk cId="4199739692" sldId="278"/>
        </pc:sldMkLst>
      </pc:sldChg>
      <pc:sldChg chg="del">
        <pc:chgData name="Koziorek Jiri" userId="9a82b19d-2ffc-42c5-9aec-b524c31dbef2" providerId="ADAL" clId="{464971FA-FEB7-465A-A924-A9301C30B2D9}" dt="2021-02-11T07:08:39.262" v="14" actId="2696"/>
        <pc:sldMkLst>
          <pc:docMk/>
          <pc:sldMk cId="3109783533" sldId="279"/>
        </pc:sldMkLst>
      </pc:sldChg>
      <pc:sldChg chg="del">
        <pc:chgData name="Koziorek Jiri" userId="9a82b19d-2ffc-42c5-9aec-b524c31dbef2" providerId="ADAL" clId="{464971FA-FEB7-465A-A924-A9301C30B2D9}" dt="2021-02-11T07:08:39.295" v="15" actId="2696"/>
        <pc:sldMkLst>
          <pc:docMk/>
          <pc:sldMk cId="3978017322" sldId="281"/>
        </pc:sldMkLst>
      </pc:sldChg>
      <pc:sldChg chg="del">
        <pc:chgData name="Koziorek Jiri" userId="9a82b19d-2ffc-42c5-9aec-b524c31dbef2" providerId="ADAL" clId="{464971FA-FEB7-465A-A924-A9301C30B2D9}" dt="2021-02-11T07:08:39.310" v="16" actId="2696"/>
        <pc:sldMkLst>
          <pc:docMk/>
          <pc:sldMk cId="2396933956" sldId="282"/>
        </pc:sldMkLst>
      </pc:sldChg>
      <pc:sldChg chg="addSp modSp">
        <pc:chgData name="Koziorek Jiri" userId="9a82b19d-2ffc-42c5-9aec-b524c31dbef2" providerId="ADAL" clId="{464971FA-FEB7-465A-A924-A9301C30B2D9}" dt="2021-02-11T07:21:17.380" v="767" actId="20577"/>
        <pc:sldMkLst>
          <pc:docMk/>
          <pc:sldMk cId="881093508" sldId="284"/>
        </pc:sldMkLst>
      </pc:sldChg>
      <pc:sldChg chg="del">
        <pc:chgData name="Koziorek Jiri" userId="9a82b19d-2ffc-42c5-9aec-b524c31dbef2" providerId="ADAL" clId="{464971FA-FEB7-465A-A924-A9301C30B2D9}" dt="2021-02-11T07:13:08.479" v="167" actId="2696"/>
        <pc:sldMkLst>
          <pc:docMk/>
          <pc:sldMk cId="2023622824" sldId="285"/>
        </pc:sldMkLst>
      </pc:sldChg>
      <pc:sldChg chg="del">
        <pc:chgData name="Koziorek Jiri" userId="9a82b19d-2ffc-42c5-9aec-b524c31dbef2" providerId="ADAL" clId="{464971FA-FEB7-465A-A924-A9301C30B2D9}" dt="2021-02-11T07:13:08.496" v="168" actId="2696"/>
        <pc:sldMkLst>
          <pc:docMk/>
          <pc:sldMk cId="2078698179" sldId="286"/>
        </pc:sldMkLst>
      </pc:sldChg>
      <pc:sldChg chg="del">
        <pc:chgData name="Koziorek Jiri" userId="9a82b19d-2ffc-42c5-9aec-b524c31dbef2" providerId="ADAL" clId="{464971FA-FEB7-465A-A924-A9301C30B2D9}" dt="2021-02-11T07:13:08.512" v="169" actId="2696"/>
        <pc:sldMkLst>
          <pc:docMk/>
          <pc:sldMk cId="875904253" sldId="287"/>
        </pc:sldMkLst>
      </pc:sldChg>
      <pc:sldChg chg="addSp delSp modSp">
        <pc:chgData name="Koziorek Jiri" userId="9a82b19d-2ffc-42c5-9aec-b524c31dbef2" providerId="ADAL" clId="{464971FA-FEB7-465A-A924-A9301C30B2D9}" dt="2021-02-11T07:21:49.741" v="770"/>
        <pc:sldMkLst>
          <pc:docMk/>
          <pc:sldMk cId="3059653922" sldId="288"/>
        </pc:sldMkLst>
      </pc:sldChg>
      <pc:sldChg chg="del">
        <pc:chgData name="Koziorek Jiri" userId="9a82b19d-2ffc-42c5-9aec-b524c31dbef2" providerId="ADAL" clId="{464971FA-FEB7-465A-A924-A9301C30B2D9}" dt="2021-02-11T07:18:17.312" v="750" actId="2696"/>
        <pc:sldMkLst>
          <pc:docMk/>
          <pc:sldMk cId="1840626361" sldId="289"/>
        </pc:sldMkLst>
      </pc:sldChg>
      <pc:sldChg chg="del">
        <pc:chgData name="Koziorek Jiri" userId="9a82b19d-2ffc-42c5-9aec-b524c31dbef2" providerId="ADAL" clId="{464971FA-FEB7-465A-A924-A9301C30B2D9}" dt="2021-02-11T07:10:47.378" v="81" actId="2696"/>
        <pc:sldMkLst>
          <pc:docMk/>
          <pc:sldMk cId="3220685705" sldId="290"/>
        </pc:sldMkLst>
      </pc:sldChg>
      <pc:sldChg chg="delSp modSp">
        <pc:chgData name="Koziorek Jiri" userId="9a82b19d-2ffc-42c5-9aec-b524c31dbef2" providerId="ADAL" clId="{464971FA-FEB7-465A-A924-A9301C30B2D9}" dt="2021-02-11T07:10:09.290" v="80" actId="20577"/>
        <pc:sldMkLst>
          <pc:docMk/>
          <pc:sldMk cId="1715737024" sldId="291"/>
        </pc:sldMkLst>
      </pc:sldChg>
      <pc:sldChg chg="add del">
        <pc:chgData name="Koziorek Jiri" userId="9a82b19d-2ffc-42c5-9aec-b524c31dbef2" providerId="ADAL" clId="{464971FA-FEB7-465A-A924-A9301C30B2D9}" dt="2021-02-11T07:20:01.488" v="759" actId="2696"/>
        <pc:sldMkLst>
          <pc:docMk/>
          <pc:sldMk cId="3214185961" sldId="293"/>
        </pc:sldMkLst>
      </pc:sldChg>
      <pc:sldChg chg="add del">
        <pc:chgData name="Koziorek Jiri" userId="9a82b19d-2ffc-42c5-9aec-b524c31dbef2" providerId="ADAL" clId="{464971FA-FEB7-465A-A924-A9301C30B2D9}" dt="2021-02-11T07:20:01.502" v="760" actId="2696"/>
        <pc:sldMkLst>
          <pc:docMk/>
          <pc:sldMk cId="4089305294" sldId="294"/>
        </pc:sldMkLst>
      </pc:sldChg>
      <pc:sldChg chg="add del">
        <pc:chgData name="Koziorek Jiri" userId="9a82b19d-2ffc-42c5-9aec-b524c31dbef2" providerId="ADAL" clId="{464971FA-FEB7-465A-A924-A9301C30B2D9}" dt="2021-02-10T15:45:24.555" v="11"/>
        <pc:sldMkLst>
          <pc:docMk/>
          <pc:sldMk cId="3365276555" sldId="295"/>
        </pc:sldMkLst>
      </pc:sldChg>
      <pc:sldChg chg="add del">
        <pc:chgData name="Koziorek Jiri" userId="9a82b19d-2ffc-42c5-9aec-b524c31dbef2" providerId="ADAL" clId="{464971FA-FEB7-465A-A924-A9301C30B2D9}" dt="2021-02-10T15:45:24.555" v="11"/>
        <pc:sldMkLst>
          <pc:docMk/>
          <pc:sldMk cId="230135441" sldId="296"/>
        </pc:sldMkLst>
      </pc:sldChg>
      <pc:sldChg chg="del">
        <pc:chgData name="Koziorek Jiri" userId="9a82b19d-2ffc-42c5-9aec-b524c31dbef2" providerId="ADAL" clId="{464971FA-FEB7-465A-A924-A9301C30B2D9}" dt="2021-02-11T07:19:40.682" v="752" actId="2696"/>
        <pc:sldMkLst>
          <pc:docMk/>
          <pc:sldMk cId="2758096756" sldId="299"/>
        </pc:sldMkLst>
      </pc:sldChg>
      <pc:sldChg chg="add del">
        <pc:chgData name="Koziorek Jiri" userId="9a82b19d-2ffc-42c5-9aec-b524c31dbef2" providerId="ADAL" clId="{464971FA-FEB7-465A-A924-A9301C30B2D9}" dt="2021-02-11T07:20:01.366" v="758" actId="2696"/>
        <pc:sldMkLst>
          <pc:docMk/>
          <pc:sldMk cId="525144772" sldId="300"/>
        </pc:sldMkLst>
      </pc:sldChg>
      <pc:sldChg chg="add">
        <pc:chgData name="Koziorek Jiri" userId="9a82b19d-2ffc-42c5-9aec-b524c31dbef2" providerId="ADAL" clId="{464971FA-FEB7-465A-A924-A9301C30B2D9}" dt="2021-02-11T07:19:56.586" v="757"/>
        <pc:sldMkLst>
          <pc:docMk/>
          <pc:sldMk cId="1694606857" sldId="304"/>
        </pc:sldMkLst>
      </pc:sldChg>
      <pc:sldChg chg="del">
        <pc:chgData name="Koziorek Jiri" userId="9a82b19d-2ffc-42c5-9aec-b524c31dbef2" providerId="ADAL" clId="{464971FA-FEB7-465A-A924-A9301C30B2D9}" dt="2021-02-11T07:13:08.530" v="170" actId="2696"/>
        <pc:sldMkLst>
          <pc:docMk/>
          <pc:sldMk cId="4142112356" sldId="306"/>
        </pc:sldMkLst>
      </pc:sldChg>
      <pc:sldChg chg="del">
        <pc:chgData name="Koziorek Jiri" userId="9a82b19d-2ffc-42c5-9aec-b524c31dbef2" providerId="ADAL" clId="{464971FA-FEB7-465A-A924-A9301C30B2D9}" dt="2021-02-11T07:22:56.990" v="771" actId="2696"/>
        <pc:sldMkLst>
          <pc:docMk/>
          <pc:sldMk cId="3614288455" sldId="310"/>
        </pc:sldMkLst>
      </pc:sldChg>
      <pc:sldChg chg="add del">
        <pc:chgData name="Koziorek Jiri" userId="9a82b19d-2ffc-42c5-9aec-b524c31dbef2" providerId="ADAL" clId="{464971FA-FEB7-465A-A924-A9301C30B2D9}" dt="2021-02-10T15:45:24.555" v="11"/>
        <pc:sldMkLst>
          <pc:docMk/>
          <pc:sldMk cId="2080489637" sldId="311"/>
        </pc:sldMkLst>
      </pc:sldChg>
      <pc:sldChg chg="del">
        <pc:chgData name="Koziorek Jiri" userId="9a82b19d-2ffc-42c5-9aec-b524c31dbef2" providerId="ADAL" clId="{464971FA-FEB7-465A-A924-A9301C30B2D9}" dt="2021-02-10T15:44:15.873" v="7" actId="2696"/>
        <pc:sldMkLst>
          <pc:docMk/>
          <pc:sldMk cId="334930495" sldId="312"/>
        </pc:sldMkLst>
      </pc:sldChg>
      <pc:sldChg chg="add del">
        <pc:chgData name="Koziorek Jiri" userId="9a82b19d-2ffc-42c5-9aec-b524c31dbef2" providerId="ADAL" clId="{464971FA-FEB7-465A-A924-A9301C30B2D9}" dt="2021-02-10T15:45:24.555" v="11"/>
        <pc:sldMkLst>
          <pc:docMk/>
          <pc:sldMk cId="522452738" sldId="313"/>
        </pc:sldMkLst>
      </pc:sldChg>
      <pc:sldChg chg="del">
        <pc:chgData name="Koziorek Jiri" userId="9a82b19d-2ffc-42c5-9aec-b524c31dbef2" providerId="ADAL" clId="{464971FA-FEB7-465A-A924-A9301C30B2D9}" dt="2021-02-11T07:09:24.807" v="20" actId="2696"/>
        <pc:sldMkLst>
          <pc:docMk/>
          <pc:sldMk cId="3323112769" sldId="314"/>
        </pc:sldMkLst>
      </pc:sldChg>
      <pc:sldChg chg="add">
        <pc:chgData name="Koziorek Jiri" userId="9a82b19d-2ffc-42c5-9aec-b524c31dbef2" providerId="ADAL" clId="{464971FA-FEB7-465A-A924-A9301C30B2D9}" dt="2021-02-10T15:45:24.555" v="11"/>
        <pc:sldMkLst>
          <pc:docMk/>
          <pc:sldMk cId="2858424530" sldId="315"/>
        </pc:sldMkLst>
      </pc:sldChg>
      <pc:sldChg chg="del">
        <pc:chgData name="Koziorek Jiri" userId="9a82b19d-2ffc-42c5-9aec-b524c31dbef2" providerId="ADAL" clId="{464971FA-FEB7-465A-A924-A9301C30B2D9}" dt="2021-02-11T07:09:24.843" v="22" actId="2696"/>
        <pc:sldMkLst>
          <pc:docMk/>
          <pc:sldMk cId="3772970113" sldId="316"/>
        </pc:sldMkLst>
      </pc:sldChg>
      <pc:sldChg chg="del">
        <pc:chgData name="Koziorek Jiri" userId="9a82b19d-2ffc-42c5-9aec-b524c31dbef2" providerId="ADAL" clId="{464971FA-FEB7-465A-A924-A9301C30B2D9}" dt="2021-02-11T07:09:24.829" v="21" actId="2696"/>
        <pc:sldMkLst>
          <pc:docMk/>
          <pc:sldMk cId="1802277587" sldId="317"/>
        </pc:sldMkLst>
      </pc:sldChg>
      <pc:sldChg chg="add">
        <pc:chgData name="Koziorek Jiri" userId="9a82b19d-2ffc-42c5-9aec-b524c31dbef2" providerId="ADAL" clId="{464971FA-FEB7-465A-A924-A9301C30B2D9}" dt="2021-02-10T15:45:24.555" v="11"/>
        <pc:sldMkLst>
          <pc:docMk/>
          <pc:sldMk cId="2139693869" sldId="319"/>
        </pc:sldMkLst>
      </pc:sldChg>
      <pc:sldChg chg="del">
        <pc:chgData name="Koziorek Jiri" userId="9a82b19d-2ffc-42c5-9aec-b524c31dbef2" providerId="ADAL" clId="{464971FA-FEB7-465A-A924-A9301C30B2D9}" dt="2021-02-11T07:13:08.541" v="171" actId="2696"/>
        <pc:sldMkLst>
          <pc:docMk/>
          <pc:sldMk cId="244521884" sldId="320"/>
        </pc:sldMkLst>
      </pc:sldChg>
      <pc:sldChg chg="del">
        <pc:chgData name="Koziorek Jiri" userId="9a82b19d-2ffc-42c5-9aec-b524c31dbef2" providerId="ADAL" clId="{464971FA-FEB7-465A-A924-A9301C30B2D9}" dt="2021-02-11T07:19:40.721" v="753" actId="2696"/>
        <pc:sldMkLst>
          <pc:docMk/>
          <pc:sldMk cId="3283805631" sldId="321"/>
        </pc:sldMkLst>
      </pc:sldChg>
      <pc:sldChg chg="del">
        <pc:chgData name="Koziorek Jiri" userId="9a82b19d-2ffc-42c5-9aec-b524c31dbef2" providerId="ADAL" clId="{464971FA-FEB7-465A-A924-A9301C30B2D9}" dt="2021-02-11T07:19:40.742" v="754" actId="2696"/>
        <pc:sldMkLst>
          <pc:docMk/>
          <pc:sldMk cId="3331998544" sldId="322"/>
        </pc:sldMkLst>
      </pc:sldChg>
      <pc:sldChg chg="del">
        <pc:chgData name="Koziorek Jiri" userId="9a82b19d-2ffc-42c5-9aec-b524c31dbef2" providerId="ADAL" clId="{464971FA-FEB7-465A-A924-A9301C30B2D9}" dt="2021-02-11T07:19:40.763" v="755" actId="2696"/>
        <pc:sldMkLst>
          <pc:docMk/>
          <pc:sldMk cId="1378490231" sldId="323"/>
        </pc:sldMkLst>
      </pc:sldChg>
      <pc:sldChg chg="del">
        <pc:chgData name="Koziorek Jiri" userId="9a82b19d-2ffc-42c5-9aec-b524c31dbef2" providerId="ADAL" clId="{464971FA-FEB7-465A-A924-A9301C30B2D9}" dt="2021-02-11T07:19:40.781" v="756" actId="2696"/>
        <pc:sldMkLst>
          <pc:docMk/>
          <pc:sldMk cId="3605934085" sldId="324"/>
        </pc:sldMkLst>
      </pc:sldChg>
      <pc:sldChg chg="addSp">
        <pc:chgData name="Koziorek Jiri" userId="9a82b19d-2ffc-42c5-9aec-b524c31dbef2" providerId="ADAL" clId="{464971FA-FEB7-465A-A924-A9301C30B2D9}" dt="2021-02-10T15:45:09.010" v="10"/>
        <pc:sldMkLst>
          <pc:docMk/>
          <pc:sldMk cId="746033344" sldId="325"/>
        </pc:sldMkLst>
      </pc:sldChg>
      <pc:sldChg chg="add">
        <pc:chgData name="Koziorek Jiri" userId="9a82b19d-2ffc-42c5-9aec-b524c31dbef2" providerId="ADAL" clId="{464971FA-FEB7-465A-A924-A9301C30B2D9}" dt="2021-02-10T15:45:24.555" v="11"/>
        <pc:sldMkLst>
          <pc:docMk/>
          <pc:sldMk cId="3659400550" sldId="326"/>
        </pc:sldMkLst>
      </pc:sldChg>
      <pc:sldChg chg="add">
        <pc:chgData name="Koziorek Jiri" userId="9a82b19d-2ffc-42c5-9aec-b524c31dbef2" providerId="ADAL" clId="{464971FA-FEB7-465A-A924-A9301C30B2D9}" dt="2021-02-10T15:45:24.555" v="11"/>
        <pc:sldMkLst>
          <pc:docMk/>
          <pc:sldMk cId="2536102708" sldId="327"/>
        </pc:sldMkLst>
      </pc:sldChg>
      <pc:sldChg chg="add">
        <pc:chgData name="Koziorek Jiri" userId="9a82b19d-2ffc-42c5-9aec-b524c31dbef2" providerId="ADAL" clId="{464971FA-FEB7-465A-A924-A9301C30B2D9}" dt="2021-02-10T15:45:24.555" v="11"/>
        <pc:sldMkLst>
          <pc:docMk/>
          <pc:sldMk cId="2318538512" sldId="328"/>
        </pc:sldMkLst>
      </pc:sldChg>
      <pc:sldChg chg="add">
        <pc:chgData name="Koziorek Jiri" userId="9a82b19d-2ffc-42c5-9aec-b524c31dbef2" providerId="ADAL" clId="{464971FA-FEB7-465A-A924-A9301C30B2D9}" dt="2021-02-10T15:45:24.555" v="11"/>
        <pc:sldMkLst>
          <pc:docMk/>
          <pc:sldMk cId="3956550008" sldId="329"/>
        </pc:sldMkLst>
      </pc:sldChg>
      <pc:sldChg chg="add">
        <pc:chgData name="Koziorek Jiri" userId="9a82b19d-2ffc-42c5-9aec-b524c31dbef2" providerId="ADAL" clId="{464971FA-FEB7-465A-A924-A9301C30B2D9}" dt="2021-02-11T07:08:25.706" v="12"/>
        <pc:sldMkLst>
          <pc:docMk/>
          <pc:sldMk cId="2494437257" sldId="330"/>
        </pc:sldMkLst>
      </pc:sldChg>
      <pc:sldChg chg="add">
        <pc:chgData name="Koziorek Jiri" userId="9a82b19d-2ffc-42c5-9aec-b524c31dbef2" providerId="ADAL" clId="{464971FA-FEB7-465A-A924-A9301C30B2D9}" dt="2021-02-11T07:08:25.706" v="12"/>
        <pc:sldMkLst>
          <pc:docMk/>
          <pc:sldMk cId="2385823595" sldId="331"/>
        </pc:sldMkLst>
      </pc:sldChg>
      <pc:sldChg chg="add">
        <pc:chgData name="Koziorek Jiri" userId="9a82b19d-2ffc-42c5-9aec-b524c31dbef2" providerId="ADAL" clId="{464971FA-FEB7-465A-A924-A9301C30B2D9}" dt="2021-02-11T07:08:25.706" v="12"/>
        <pc:sldMkLst>
          <pc:docMk/>
          <pc:sldMk cId="3783888895" sldId="332"/>
        </pc:sldMkLst>
      </pc:sldChg>
      <pc:sldChg chg="add">
        <pc:chgData name="Koziorek Jiri" userId="9a82b19d-2ffc-42c5-9aec-b524c31dbef2" providerId="ADAL" clId="{464971FA-FEB7-465A-A924-A9301C30B2D9}" dt="2021-02-11T07:08:25.706" v="12"/>
        <pc:sldMkLst>
          <pc:docMk/>
          <pc:sldMk cId="1284196177" sldId="333"/>
        </pc:sldMkLst>
      </pc:sldChg>
      <pc:sldChg chg="add">
        <pc:chgData name="Koziorek Jiri" userId="9a82b19d-2ffc-42c5-9aec-b524c31dbef2" providerId="ADAL" clId="{464971FA-FEB7-465A-A924-A9301C30B2D9}" dt="2021-02-11T07:08:25.706" v="12"/>
        <pc:sldMkLst>
          <pc:docMk/>
          <pc:sldMk cId="448209646" sldId="334"/>
        </pc:sldMkLst>
      </pc:sldChg>
      <pc:sldChg chg="add">
        <pc:chgData name="Koziorek Jiri" userId="9a82b19d-2ffc-42c5-9aec-b524c31dbef2" providerId="ADAL" clId="{464971FA-FEB7-465A-A924-A9301C30B2D9}" dt="2021-02-11T07:08:25.706" v="12"/>
        <pc:sldMkLst>
          <pc:docMk/>
          <pc:sldMk cId="3190375110" sldId="335"/>
        </pc:sldMkLst>
      </pc:sldChg>
      <pc:sldChg chg="add">
        <pc:chgData name="Koziorek Jiri" userId="9a82b19d-2ffc-42c5-9aec-b524c31dbef2" providerId="ADAL" clId="{464971FA-FEB7-465A-A924-A9301C30B2D9}" dt="2021-02-11T07:09:18.687" v="19"/>
        <pc:sldMkLst>
          <pc:docMk/>
          <pc:sldMk cId="1504730978" sldId="336"/>
        </pc:sldMkLst>
      </pc:sldChg>
      <pc:sldChg chg="add">
        <pc:chgData name="Koziorek Jiri" userId="9a82b19d-2ffc-42c5-9aec-b524c31dbef2" providerId="ADAL" clId="{464971FA-FEB7-465A-A924-A9301C30B2D9}" dt="2021-02-11T07:09:18.687" v="19"/>
        <pc:sldMkLst>
          <pc:docMk/>
          <pc:sldMk cId="1170415027" sldId="337"/>
        </pc:sldMkLst>
      </pc:sldChg>
      <pc:sldChg chg="add">
        <pc:chgData name="Koziorek Jiri" userId="9a82b19d-2ffc-42c5-9aec-b524c31dbef2" providerId="ADAL" clId="{464971FA-FEB7-465A-A924-A9301C30B2D9}" dt="2021-02-11T07:09:18.687" v="19"/>
        <pc:sldMkLst>
          <pc:docMk/>
          <pc:sldMk cId="1259123073" sldId="338"/>
        </pc:sldMkLst>
      </pc:sldChg>
      <pc:sldChg chg="add">
        <pc:chgData name="Koziorek Jiri" userId="9a82b19d-2ffc-42c5-9aec-b524c31dbef2" providerId="ADAL" clId="{464971FA-FEB7-465A-A924-A9301C30B2D9}" dt="2021-02-11T07:19:33.510" v="751"/>
        <pc:sldMkLst>
          <pc:docMk/>
          <pc:sldMk cId="3565925065" sldId="339"/>
        </pc:sldMkLst>
      </pc:sldChg>
      <pc:sldChg chg="add">
        <pc:chgData name="Koziorek Jiri" userId="9a82b19d-2ffc-42c5-9aec-b524c31dbef2" providerId="ADAL" clId="{464971FA-FEB7-465A-A924-A9301C30B2D9}" dt="2021-02-11T07:19:33.510" v="751"/>
        <pc:sldMkLst>
          <pc:docMk/>
          <pc:sldMk cId="710117265" sldId="340"/>
        </pc:sldMkLst>
      </pc:sldChg>
      <pc:sldChg chg="add">
        <pc:chgData name="Koziorek Jiri" userId="9a82b19d-2ffc-42c5-9aec-b524c31dbef2" providerId="ADAL" clId="{464971FA-FEB7-465A-A924-A9301C30B2D9}" dt="2021-02-11T07:19:33.510" v="751"/>
        <pc:sldMkLst>
          <pc:docMk/>
          <pc:sldMk cId="2974878073" sldId="341"/>
        </pc:sldMkLst>
      </pc:sldChg>
      <pc:sldChg chg="add">
        <pc:chgData name="Koziorek Jiri" userId="9a82b19d-2ffc-42c5-9aec-b524c31dbef2" providerId="ADAL" clId="{464971FA-FEB7-465A-A924-A9301C30B2D9}" dt="2021-02-11T07:19:56.586" v="757"/>
        <pc:sldMkLst>
          <pc:docMk/>
          <pc:sldMk cId="396108323" sldId="342"/>
        </pc:sldMkLst>
      </pc:sldChg>
      <pc:sldChg chg="add">
        <pc:chgData name="Koziorek Jiri" userId="9a82b19d-2ffc-42c5-9aec-b524c31dbef2" providerId="ADAL" clId="{464971FA-FEB7-465A-A924-A9301C30B2D9}" dt="2021-02-11T07:19:56.586" v="757"/>
        <pc:sldMkLst>
          <pc:docMk/>
          <pc:sldMk cId="3331998544" sldId="343"/>
        </pc:sldMkLst>
      </pc:sldChg>
    </pc:docChg>
  </pc:docChgLst>
  <pc:docChgLst>
    <pc:chgData name="Uživatel typu Host" userId="S::urn:spo:anon#65e7a78adc591538916abbd9ee30d74acf767aa96e3782203dafd350b418258d::" providerId="AD" clId="Web-{596627C7-E770-FA1A-F23E-48A31B4D1720}"/>
    <pc:docChg chg="addSld delSld modSld sldOrd">
      <pc:chgData name="Uživatel typu Host" userId="S::urn:spo:anon#65e7a78adc591538916abbd9ee30d74acf767aa96e3782203dafd350b418258d::" providerId="AD" clId="Web-{596627C7-E770-FA1A-F23E-48A31B4D1720}" dt="2021-02-09T07:05:07.388" v="32"/>
      <pc:docMkLst>
        <pc:docMk/>
      </pc:docMkLst>
      <pc:sldChg chg="addSp delSp modSp">
        <pc:chgData name="Uživatel typu Host" userId="S::urn:spo:anon#65e7a78adc591538916abbd9ee30d74acf767aa96e3782203dafd350b418258d::" providerId="AD" clId="Web-{596627C7-E770-FA1A-F23E-48A31B4D1720}" dt="2021-02-09T07:03:13.447" v="10"/>
        <pc:sldMkLst>
          <pc:docMk/>
          <pc:sldMk cId="4199739692" sldId="278"/>
        </pc:sldMkLst>
      </pc:sldChg>
      <pc:sldChg chg="add del">
        <pc:chgData name="Uživatel typu Host" userId="S::urn:spo:anon#65e7a78adc591538916abbd9ee30d74acf767aa96e3782203dafd350b418258d::" providerId="AD" clId="Web-{596627C7-E770-FA1A-F23E-48A31B4D1720}" dt="2021-02-09T07:05:06.591" v="26"/>
        <pc:sldMkLst>
          <pc:docMk/>
          <pc:sldMk cId="3214185961" sldId="293"/>
        </pc:sldMkLst>
      </pc:sldChg>
      <pc:sldChg chg="add del">
        <pc:chgData name="Uživatel typu Host" userId="S::urn:spo:anon#65e7a78adc591538916abbd9ee30d74acf767aa96e3782203dafd350b418258d::" providerId="AD" clId="Web-{596627C7-E770-FA1A-F23E-48A31B4D1720}" dt="2021-02-09T07:05:06.747" v="27"/>
        <pc:sldMkLst>
          <pc:docMk/>
          <pc:sldMk cId="4089305294" sldId="294"/>
        </pc:sldMkLst>
      </pc:sldChg>
      <pc:sldChg chg="add del">
        <pc:chgData name="Uživatel typu Host" userId="S::urn:spo:anon#65e7a78adc591538916abbd9ee30d74acf767aa96e3782203dafd350b418258d::" providerId="AD" clId="Web-{596627C7-E770-FA1A-F23E-48A31B4D1720}" dt="2021-02-09T07:05:06.997" v="29"/>
        <pc:sldMkLst>
          <pc:docMk/>
          <pc:sldMk cId="3365276555" sldId="295"/>
        </pc:sldMkLst>
      </pc:sldChg>
      <pc:sldChg chg="add del">
        <pc:chgData name="Uživatel typu Host" userId="S::urn:spo:anon#65e7a78adc591538916abbd9ee30d74acf767aa96e3782203dafd350b418258d::" providerId="AD" clId="Web-{596627C7-E770-FA1A-F23E-48A31B4D1720}" dt="2021-02-09T07:05:07.122" v="30"/>
        <pc:sldMkLst>
          <pc:docMk/>
          <pc:sldMk cId="230135441" sldId="296"/>
        </pc:sldMkLst>
      </pc:sldChg>
      <pc:sldChg chg="add del ord">
        <pc:chgData name="Uživatel typu Host" userId="S::urn:spo:anon#65e7a78adc591538916abbd9ee30d74acf767aa96e3782203dafd350b418258d::" providerId="AD" clId="Web-{596627C7-E770-FA1A-F23E-48A31B4D1720}" dt="2021-02-09T07:05:06.466" v="25"/>
        <pc:sldMkLst>
          <pc:docMk/>
          <pc:sldMk cId="525144772" sldId="300"/>
        </pc:sldMkLst>
      </pc:sldChg>
      <pc:sldChg chg="add del">
        <pc:chgData name="Uživatel typu Host" userId="S::urn:spo:anon#65e7a78adc591538916abbd9ee30d74acf767aa96e3782203dafd350b418258d::" providerId="AD" clId="Web-{596627C7-E770-FA1A-F23E-48A31B4D1720}" dt="2021-02-09T07:05:06.857" v="28"/>
        <pc:sldMkLst>
          <pc:docMk/>
          <pc:sldMk cId="2080489637" sldId="311"/>
        </pc:sldMkLst>
      </pc:sldChg>
      <pc:sldChg chg="add del">
        <pc:chgData name="Uživatel typu Host" userId="S::urn:spo:anon#65e7a78adc591538916abbd9ee30d74acf767aa96e3782203dafd350b418258d::" providerId="AD" clId="Web-{596627C7-E770-FA1A-F23E-48A31B4D1720}" dt="2021-02-09T07:05:07.388" v="32"/>
        <pc:sldMkLst>
          <pc:docMk/>
          <pc:sldMk cId="334930495" sldId="312"/>
        </pc:sldMkLst>
      </pc:sldChg>
      <pc:sldChg chg="add del">
        <pc:chgData name="Uživatel typu Host" userId="S::urn:spo:anon#65e7a78adc591538916abbd9ee30d74acf767aa96e3782203dafd350b418258d::" providerId="AD" clId="Web-{596627C7-E770-FA1A-F23E-48A31B4D1720}" dt="2021-02-09T07:05:07.263" v="31"/>
        <pc:sldMkLst>
          <pc:docMk/>
          <pc:sldMk cId="522452738" sldId="313"/>
        </pc:sldMkLst>
      </pc:sldChg>
      <pc:sldChg chg="new del">
        <pc:chgData name="Uživatel typu Host" userId="S::urn:spo:anon#65e7a78adc591538916abbd9ee30d74acf767aa96e3782203dafd350b418258d::" providerId="AD" clId="Web-{596627C7-E770-FA1A-F23E-48A31B4D1720}" dt="2021-02-09T07:05:01.779" v="24"/>
        <pc:sldMkLst>
          <pc:docMk/>
          <pc:sldMk cId="145599089" sldId="326"/>
        </pc:sldMkLst>
      </pc:sldChg>
      <pc:sldChg chg="addSp delSp modSp add del replId">
        <pc:chgData name="Uživatel typu Host" userId="S::urn:spo:anon#65e7a78adc591538916abbd9ee30d74acf767aa96e3782203dafd350b418258d::" providerId="AD" clId="Web-{596627C7-E770-FA1A-F23E-48A31B4D1720}" dt="2021-02-09T07:05:00.029" v="23"/>
        <pc:sldMkLst>
          <pc:docMk/>
          <pc:sldMk cId="8679023" sldId="327"/>
        </pc:sldMkLst>
      </pc:sldChg>
    </pc:docChg>
  </pc:docChgLst>
  <pc:docChgLst>
    <pc:chgData name="Tom P" userId="8ff300c24627993a" providerId="Windows Live" clId="Web-{E03C8718-104B-C054-1D33-B3C1DA4637D0}"/>
    <pc:docChg chg="addSld delSld modSld modMainMaster">
      <pc:chgData name="Tom P" userId="8ff300c24627993a" providerId="Windows Live" clId="Web-{E03C8718-104B-C054-1D33-B3C1DA4637D0}" dt="2025-12-06T20:40:40.324" v="262" actId="1076"/>
      <pc:docMkLst>
        <pc:docMk/>
      </pc:docMkLst>
      <pc:sldChg chg="addSp modSp">
        <pc:chgData name="Tom P" userId="8ff300c24627993a" providerId="Windows Live" clId="Web-{E03C8718-104B-C054-1D33-B3C1DA4637D0}" dt="2025-12-06T20:36:58.255" v="238"/>
        <pc:sldMkLst>
          <pc:docMk/>
          <pc:sldMk cId="339575001" sldId="275"/>
        </pc:sldMkLst>
        <pc:spChg chg="mod">
          <ac:chgData name="Tom P" userId="8ff300c24627993a" providerId="Windows Live" clId="Web-{E03C8718-104B-C054-1D33-B3C1DA4637D0}" dt="2025-12-06T20:36:58.255" v="238"/>
          <ac:spMkLst>
            <pc:docMk/>
            <pc:sldMk cId="339575001" sldId="275"/>
            <ac:spMk id="2" creationId="{28A07965-3B41-4CA2-88CB-8990FAE97BB1}"/>
          </ac:spMkLst>
        </pc:spChg>
        <pc:spChg chg="add mod">
          <ac:chgData name="Tom P" userId="8ff300c24627993a" providerId="Windows Live" clId="Web-{E03C8718-104B-C054-1D33-B3C1DA4637D0}" dt="2025-12-06T20:34:52.360" v="162" actId="1076"/>
          <ac:spMkLst>
            <pc:docMk/>
            <pc:sldMk cId="339575001" sldId="275"/>
            <ac:spMk id="3" creationId="{C6B712B7-DD3B-7F5E-EF4C-DA40427AF282}"/>
          </ac:spMkLst>
        </pc:spChg>
        <pc:spChg chg="mod">
          <ac:chgData name="Tom P" userId="8ff300c24627993a" providerId="Windows Live" clId="Web-{E03C8718-104B-C054-1D33-B3C1DA4637D0}" dt="2025-12-06T20:36:53.224" v="235" actId="20577"/>
          <ac:spMkLst>
            <pc:docMk/>
            <pc:sldMk cId="339575001" sldId="275"/>
            <ac:spMk id="7" creationId="{D74B918C-9EC9-439D-96AF-3843C0F6DB42}"/>
          </ac:spMkLst>
        </pc:spChg>
      </pc:sldChg>
      <pc:sldChg chg="addSp delSp modSp">
        <pc:chgData name="Tom P" userId="8ff300c24627993a" providerId="Windows Live" clId="Web-{E03C8718-104B-C054-1D33-B3C1DA4637D0}" dt="2025-12-06T20:34:32.172" v="160" actId="1076"/>
        <pc:sldMkLst>
          <pc:docMk/>
          <pc:sldMk cId="3559671594" sldId="301"/>
        </pc:sldMkLst>
        <pc:spChg chg="add mod">
          <ac:chgData name="Tom P" userId="8ff300c24627993a" providerId="Windows Live" clId="Web-{E03C8718-104B-C054-1D33-B3C1DA4637D0}" dt="2025-12-06T20:34:05.062" v="156" actId="20577"/>
          <ac:spMkLst>
            <pc:docMk/>
            <pc:sldMk cId="3559671594" sldId="301"/>
            <ac:spMk id="9" creationId="{83E3BE49-ECF0-446A-1673-DA092A0B49E4}"/>
          </ac:spMkLst>
        </pc:spChg>
        <pc:picChg chg="add mod">
          <ac:chgData name="Tom P" userId="8ff300c24627993a" providerId="Windows Live" clId="Web-{E03C8718-104B-C054-1D33-B3C1DA4637D0}" dt="2025-12-06T20:34:15.312" v="157" actId="14100"/>
          <ac:picMkLst>
            <pc:docMk/>
            <pc:sldMk cId="3559671594" sldId="301"/>
            <ac:picMk id="3" creationId="{153E2B9A-403A-EE34-20DE-2AC315308E88}"/>
          </ac:picMkLst>
        </pc:picChg>
        <pc:picChg chg="del">
          <ac:chgData name="Tom P" userId="8ff300c24627993a" providerId="Windows Live" clId="Web-{E03C8718-104B-C054-1D33-B3C1DA4637D0}" dt="2025-12-06T20:30:44.692" v="124"/>
          <ac:picMkLst>
            <pc:docMk/>
            <pc:sldMk cId="3559671594" sldId="301"/>
            <ac:picMk id="4" creationId="{5698DFF7-52C0-0AF6-2B8A-4FE72DFBB950}"/>
          </ac:picMkLst>
        </pc:picChg>
        <pc:picChg chg="mod">
          <ac:chgData name="Tom P" userId="8ff300c24627993a" providerId="Windows Live" clId="Web-{E03C8718-104B-C054-1D33-B3C1DA4637D0}" dt="2025-12-06T20:34:32.172" v="160" actId="1076"/>
          <ac:picMkLst>
            <pc:docMk/>
            <pc:sldMk cId="3559671594" sldId="301"/>
            <ac:picMk id="5" creationId="{A113F98A-8099-3B23-4EF4-0EF19140D893}"/>
          </ac:picMkLst>
        </pc:picChg>
      </pc:sldChg>
      <pc:sldChg chg="addSp delSp modSp">
        <pc:chgData name="Tom P" userId="8ff300c24627993a" providerId="Windows Live" clId="Web-{E03C8718-104B-C054-1D33-B3C1DA4637D0}" dt="2025-12-06T20:39:07.712" v="244" actId="14100"/>
        <pc:sldMkLst>
          <pc:docMk/>
          <pc:sldMk cId="2147738559" sldId="306"/>
        </pc:sldMkLst>
        <pc:spChg chg="mod">
          <ac:chgData name="Tom P" userId="8ff300c24627993a" providerId="Windows Live" clId="Web-{E03C8718-104B-C054-1D33-B3C1DA4637D0}" dt="2025-12-06T20:35:11.861" v="163" actId="1076"/>
          <ac:spMkLst>
            <pc:docMk/>
            <pc:sldMk cId="2147738559" sldId="306"/>
            <ac:spMk id="3" creationId="{1D4E41DB-35E5-1592-FE16-40952C462E28}"/>
          </ac:spMkLst>
        </pc:spChg>
        <pc:spChg chg="add mod">
          <ac:chgData name="Tom P" userId="8ff300c24627993a" providerId="Windows Live" clId="Web-{E03C8718-104B-C054-1D33-B3C1DA4637D0}" dt="2025-12-06T20:39:07.712" v="244" actId="14100"/>
          <ac:spMkLst>
            <pc:docMk/>
            <pc:sldMk cId="2147738559" sldId="306"/>
            <ac:spMk id="5" creationId="{2970F317-B7B1-23B3-5CD0-7310B8706639}"/>
          </ac:spMkLst>
        </pc:spChg>
        <pc:spChg chg="del mod">
          <ac:chgData name="Tom P" userId="8ff300c24627993a" providerId="Windows Live" clId="Web-{E03C8718-104B-C054-1D33-B3C1DA4637D0}" dt="2025-12-06T20:38:43.759" v="239"/>
          <ac:spMkLst>
            <pc:docMk/>
            <pc:sldMk cId="2147738559" sldId="306"/>
            <ac:spMk id="7" creationId="{D74B918C-9EC9-439D-96AF-3843C0F6DB42}"/>
          </ac:spMkLst>
        </pc:spChg>
        <pc:spChg chg="mod">
          <ac:chgData name="Tom P" userId="8ff300c24627993a" providerId="Windows Live" clId="Web-{E03C8718-104B-C054-1D33-B3C1DA4637D0}" dt="2025-12-06T20:31:19.725" v="135" actId="20577"/>
          <ac:spMkLst>
            <pc:docMk/>
            <pc:sldMk cId="2147738559" sldId="306"/>
            <ac:spMk id="8" creationId="{E2BEBD07-ECB7-4336-B2E3-AC4F1D5BE053}"/>
          </ac:spMkLst>
        </pc:spChg>
        <pc:picChg chg="del">
          <ac:chgData name="Tom P" userId="8ff300c24627993a" providerId="Windows Live" clId="Web-{E03C8718-104B-C054-1D33-B3C1DA4637D0}" dt="2025-12-06T20:30:48.098" v="125"/>
          <ac:picMkLst>
            <pc:docMk/>
            <pc:sldMk cId="2147738559" sldId="306"/>
            <ac:picMk id="2" creationId="{8DADFF21-DFF3-5F1F-5984-27D31584FC95}"/>
          </ac:picMkLst>
        </pc:picChg>
      </pc:sldChg>
      <pc:sldChg chg="addSp modSp">
        <pc:chgData name="Tom P" userId="8ff300c24627993a" providerId="Windows Live" clId="Web-{E03C8718-104B-C054-1D33-B3C1DA4637D0}" dt="2025-12-06T20:33:58.374" v="154" actId="20577"/>
        <pc:sldMkLst>
          <pc:docMk/>
          <pc:sldMk cId="339571133" sldId="307"/>
        </pc:sldMkLst>
        <pc:spChg chg="add mod">
          <ac:chgData name="Tom P" userId="8ff300c24627993a" providerId="Windows Live" clId="Web-{E03C8718-104B-C054-1D33-B3C1DA4637D0}" dt="2025-12-06T20:33:58.374" v="154" actId="20577"/>
          <ac:spMkLst>
            <pc:docMk/>
            <pc:sldMk cId="339571133" sldId="307"/>
            <ac:spMk id="2" creationId="{12753375-9499-9FA7-9983-34D0D3C9F753}"/>
          </ac:spMkLst>
        </pc:spChg>
      </pc:sldChg>
      <pc:sldChg chg="addSp delSp modSp">
        <pc:chgData name="Tom P" userId="8ff300c24627993a" providerId="Windows Live" clId="Web-{E03C8718-104B-C054-1D33-B3C1DA4637D0}" dt="2025-12-06T20:35:26.612" v="165" actId="1076"/>
        <pc:sldMkLst>
          <pc:docMk/>
          <pc:sldMk cId="3509203926" sldId="308"/>
        </pc:sldMkLst>
        <pc:spChg chg="add mod">
          <ac:chgData name="Tom P" userId="8ff300c24627993a" providerId="Windows Live" clId="Web-{E03C8718-104B-C054-1D33-B3C1DA4637D0}" dt="2025-12-06T20:35:26.612" v="165" actId="1076"/>
          <ac:spMkLst>
            <pc:docMk/>
            <pc:sldMk cId="3509203926" sldId="308"/>
            <ac:spMk id="4" creationId="{83987CD6-19CC-D0E4-5A92-264AA17F565F}"/>
          </ac:spMkLst>
        </pc:spChg>
        <pc:spChg chg="mod">
          <ac:chgData name="Tom P" userId="8ff300c24627993a" providerId="Windows Live" clId="Web-{E03C8718-104B-C054-1D33-B3C1DA4637D0}" dt="2025-12-06T20:21:14.077" v="4" actId="20577"/>
          <ac:spMkLst>
            <pc:docMk/>
            <pc:sldMk cId="3509203926" sldId="308"/>
            <ac:spMk id="7" creationId="{BF7023EE-1C0F-559E-235F-F942D095E3A7}"/>
          </ac:spMkLst>
        </pc:spChg>
        <pc:spChg chg="del">
          <ac:chgData name="Tom P" userId="8ff300c24627993a" providerId="Windows Live" clId="Web-{E03C8718-104B-C054-1D33-B3C1DA4637D0}" dt="2025-12-06T20:21:17.249" v="5"/>
          <ac:spMkLst>
            <pc:docMk/>
            <pc:sldMk cId="3509203926" sldId="308"/>
            <ac:spMk id="8" creationId="{394669AB-B46C-FAED-E251-709EE8D1FDB5}"/>
          </ac:spMkLst>
        </pc:spChg>
        <pc:picChg chg="add mod">
          <ac:chgData name="Tom P" userId="8ff300c24627993a" providerId="Windows Live" clId="Web-{E03C8718-104B-C054-1D33-B3C1DA4637D0}" dt="2025-12-06T20:21:29.655" v="8" actId="1076"/>
          <ac:picMkLst>
            <pc:docMk/>
            <pc:sldMk cId="3509203926" sldId="308"/>
            <ac:picMk id="3" creationId="{0E74E0ED-AE12-758F-43F3-4496A6D10A29}"/>
          </ac:picMkLst>
        </pc:picChg>
      </pc:sldChg>
      <pc:sldChg chg="addSp modSp">
        <pc:chgData name="Tom P" userId="8ff300c24627993a" providerId="Windows Live" clId="Web-{E03C8718-104B-C054-1D33-B3C1DA4637D0}" dt="2025-12-06T20:40:40.324" v="262" actId="1076"/>
        <pc:sldMkLst>
          <pc:docMk/>
          <pc:sldMk cId="903867813" sldId="309"/>
        </pc:sldMkLst>
        <pc:spChg chg="add mod">
          <ac:chgData name="Tom P" userId="8ff300c24627993a" providerId="Windows Live" clId="Web-{E03C8718-104B-C054-1D33-B3C1DA4637D0}" dt="2025-12-06T20:35:40.206" v="167" actId="1076"/>
          <ac:spMkLst>
            <pc:docMk/>
            <pc:sldMk cId="903867813" sldId="309"/>
            <ac:spMk id="2" creationId="{1C4C061F-99B6-BF9D-9B58-34472B32DD38}"/>
          </ac:spMkLst>
        </pc:spChg>
        <pc:picChg chg="mod modCrop">
          <ac:chgData name="Tom P" userId="8ff300c24627993a" providerId="Windows Live" clId="Web-{E03C8718-104B-C054-1D33-B3C1DA4637D0}" dt="2025-12-06T20:40:33.230" v="259" actId="1076"/>
          <ac:picMkLst>
            <pc:docMk/>
            <pc:sldMk cId="903867813" sldId="309"/>
            <ac:picMk id="3" creationId="{7F481BEB-045C-F95E-9D98-23036EC8CFDA}"/>
          </ac:picMkLst>
        </pc:picChg>
        <pc:picChg chg="mod">
          <ac:chgData name="Tom P" userId="8ff300c24627993a" providerId="Windows Live" clId="Web-{E03C8718-104B-C054-1D33-B3C1DA4637D0}" dt="2025-12-06T20:40:40.277" v="261" actId="1076"/>
          <ac:picMkLst>
            <pc:docMk/>
            <pc:sldMk cId="903867813" sldId="309"/>
            <ac:picMk id="5" creationId="{AAFEDCF0-81B7-4F99-0BE0-6F99377DD9E0}"/>
          </ac:picMkLst>
        </pc:picChg>
        <pc:picChg chg="mod">
          <ac:chgData name="Tom P" userId="8ff300c24627993a" providerId="Windows Live" clId="Web-{E03C8718-104B-C054-1D33-B3C1DA4637D0}" dt="2025-12-06T20:40:40.324" v="262" actId="1076"/>
          <ac:picMkLst>
            <pc:docMk/>
            <pc:sldMk cId="903867813" sldId="309"/>
            <ac:picMk id="10" creationId="{CE67294B-5A93-4A58-CB4A-B6F69C405CB1}"/>
          </ac:picMkLst>
        </pc:picChg>
        <pc:picChg chg="mod">
          <ac:chgData name="Tom P" userId="8ff300c24627993a" providerId="Windows Live" clId="Web-{E03C8718-104B-C054-1D33-B3C1DA4637D0}" dt="2025-12-06T20:40:09.855" v="256" actId="14100"/>
          <ac:picMkLst>
            <pc:docMk/>
            <pc:sldMk cId="903867813" sldId="309"/>
            <ac:picMk id="12" creationId="{56AD1449-3BD3-65E7-C927-ABE29C4F2C35}"/>
          </ac:picMkLst>
        </pc:picChg>
      </pc:sldChg>
      <pc:sldChg chg="addSp delSp modSp">
        <pc:chgData name="Tom P" userId="8ff300c24627993a" providerId="Windows Live" clId="Web-{E03C8718-104B-C054-1D33-B3C1DA4637D0}" dt="2025-12-06T20:35:32.612" v="166" actId="1076"/>
        <pc:sldMkLst>
          <pc:docMk/>
          <pc:sldMk cId="700650" sldId="310"/>
        </pc:sldMkLst>
        <pc:spChg chg="add mod">
          <ac:chgData name="Tom P" userId="8ff300c24627993a" providerId="Windows Live" clId="Web-{E03C8718-104B-C054-1D33-B3C1DA4637D0}" dt="2025-12-06T20:35:32.612" v="166" actId="1076"/>
          <ac:spMkLst>
            <pc:docMk/>
            <pc:sldMk cId="700650" sldId="310"/>
            <ac:spMk id="2" creationId="{AE60EB16-B26B-46BE-754A-33A5073692C7}"/>
          </ac:spMkLst>
        </pc:spChg>
        <pc:picChg chg="mod">
          <ac:chgData name="Tom P" userId="8ff300c24627993a" providerId="Windows Live" clId="Web-{E03C8718-104B-C054-1D33-B3C1DA4637D0}" dt="2025-12-06T20:29:44.140" v="122" actId="1076"/>
          <ac:picMkLst>
            <pc:docMk/>
            <pc:sldMk cId="700650" sldId="310"/>
            <ac:picMk id="4" creationId="{C336D29A-AFE6-54BB-014D-AF0178C7AFDC}"/>
          </ac:picMkLst>
        </pc:picChg>
        <pc:picChg chg="del mod">
          <ac:chgData name="Tom P" userId="8ff300c24627993a" providerId="Windows Live" clId="Web-{E03C8718-104B-C054-1D33-B3C1DA4637D0}" dt="2025-12-06T20:28:54.495" v="113"/>
          <ac:picMkLst>
            <pc:docMk/>
            <pc:sldMk cId="700650" sldId="310"/>
            <ac:picMk id="9" creationId="{2931BB2E-E2FB-BCEE-E636-0A8A9B7C1D4B}"/>
          </ac:picMkLst>
        </pc:picChg>
        <pc:picChg chg="mod modCrop">
          <ac:chgData name="Tom P" userId="8ff300c24627993a" providerId="Windows Live" clId="Web-{E03C8718-104B-C054-1D33-B3C1DA4637D0}" dt="2025-12-06T20:29:45.625" v="123" actId="1076"/>
          <ac:picMkLst>
            <pc:docMk/>
            <pc:sldMk cId="700650" sldId="310"/>
            <ac:picMk id="12" creationId="{64566037-6D0B-3B55-DD7F-7F15E20CB09E}"/>
          </ac:picMkLst>
        </pc:picChg>
      </pc:sldChg>
      <pc:sldChg chg="addSp delSp modSp add replId">
        <pc:chgData name="Tom P" userId="8ff300c24627993a" providerId="Windows Live" clId="Web-{E03C8718-104B-C054-1D33-B3C1DA4637D0}" dt="2025-12-06T20:35:20.752" v="164" actId="1076"/>
        <pc:sldMkLst>
          <pc:docMk/>
          <pc:sldMk cId="1649869841" sldId="311"/>
        </pc:sldMkLst>
        <pc:spChg chg="add mod">
          <ac:chgData name="Tom P" userId="8ff300c24627993a" providerId="Windows Live" clId="Web-{E03C8718-104B-C054-1D33-B3C1DA4637D0}" dt="2025-12-06T20:35:20.752" v="164" actId="1076"/>
          <ac:spMkLst>
            <pc:docMk/>
            <pc:sldMk cId="1649869841" sldId="311"/>
            <ac:spMk id="4" creationId="{50B11900-E1FB-E94A-A93E-FE0A2A6D3D6F}"/>
          </ac:spMkLst>
        </pc:spChg>
        <pc:spChg chg="mod">
          <ac:chgData name="Tom P" userId="8ff300c24627993a" providerId="Windows Live" clId="Web-{E03C8718-104B-C054-1D33-B3C1DA4637D0}" dt="2025-12-06T20:21:55.297" v="27" actId="20577"/>
          <ac:spMkLst>
            <pc:docMk/>
            <pc:sldMk cId="1649869841" sldId="311"/>
            <ac:spMk id="7" creationId="{034464F7-368F-B881-4B37-91F6570B3328}"/>
          </ac:spMkLst>
        </pc:spChg>
        <pc:picChg chg="add mod">
          <ac:chgData name="Tom P" userId="8ff300c24627993a" providerId="Windows Live" clId="Web-{E03C8718-104B-C054-1D33-B3C1DA4637D0}" dt="2025-12-06T20:22:21.657" v="32" actId="1076"/>
          <ac:picMkLst>
            <pc:docMk/>
            <pc:sldMk cId="1649869841" sldId="311"/>
            <ac:picMk id="2" creationId="{9DD47DF9-745D-160A-E0FE-DFBF5D8F61BC}"/>
          </ac:picMkLst>
        </pc:picChg>
        <pc:picChg chg="del">
          <ac:chgData name="Tom P" userId="8ff300c24627993a" providerId="Windows Live" clId="Web-{E03C8718-104B-C054-1D33-B3C1DA4637D0}" dt="2025-12-06T20:21:57.875" v="28"/>
          <ac:picMkLst>
            <pc:docMk/>
            <pc:sldMk cId="1649869841" sldId="311"/>
            <ac:picMk id="3" creationId="{25A51A54-6FFA-2700-4D6C-16F792B147D5}"/>
          </ac:picMkLst>
        </pc:picChg>
      </pc:sldChg>
      <pc:sldChg chg="add del replId">
        <pc:chgData name="Tom P" userId="8ff300c24627993a" providerId="Windows Live" clId="Web-{E03C8718-104B-C054-1D33-B3C1DA4637D0}" dt="2025-12-06T20:22:40.954" v="34"/>
        <pc:sldMkLst>
          <pc:docMk/>
          <pc:sldMk cId="361226402" sldId="312"/>
        </pc:sldMkLst>
      </pc:sldChg>
      <pc:sldChg chg="addSp modSp">
        <pc:chgData name="Tom P" userId="8ff300c24627993a" providerId="Windows Live" clId="Web-{E03C8718-104B-C054-1D33-B3C1DA4637D0}" dt="2025-12-06T20:33:51.905" v="153" actId="20577"/>
        <pc:sldMkLst>
          <pc:docMk/>
          <pc:sldMk cId="902518343" sldId="312"/>
        </pc:sldMkLst>
        <pc:spChg chg="add mod">
          <ac:chgData name="Tom P" userId="8ff300c24627993a" providerId="Windows Live" clId="Web-{E03C8718-104B-C054-1D33-B3C1DA4637D0}" dt="2025-12-06T20:33:51.905" v="153" actId="20577"/>
          <ac:spMkLst>
            <pc:docMk/>
            <pc:sldMk cId="902518343" sldId="312"/>
            <ac:spMk id="2" creationId="{ED064C5D-E778-BCEF-95ED-113212B98DE8}"/>
          </ac:spMkLst>
        </pc:spChg>
      </pc:sldChg>
      <pc:sldChg chg="new del">
        <pc:chgData name="Tom P" userId="8ff300c24627993a" providerId="Windows Live" clId="Web-{E03C8718-104B-C054-1D33-B3C1DA4637D0}" dt="2025-12-06T20:39:44.291" v="248"/>
        <pc:sldMkLst>
          <pc:docMk/>
          <pc:sldMk cId="2393064857" sldId="313"/>
        </pc:sldMkLst>
      </pc:sldChg>
      <pc:sldChg chg="addSp delSp modSp">
        <pc:chgData name="Tom P" userId="8ff300c24627993a" providerId="Windows Live" clId="Web-{E03C8718-104B-C054-1D33-B3C1DA4637D0}" dt="2025-12-06T20:27:37.940" v="101" actId="20577"/>
        <pc:sldMkLst>
          <pc:docMk/>
          <pc:sldMk cId="3493255022" sldId="313"/>
        </pc:sldMkLst>
        <pc:spChg chg="add del">
          <ac:chgData name="Tom P" userId="8ff300c24627993a" providerId="Windows Live" clId="Web-{E03C8718-104B-C054-1D33-B3C1DA4637D0}" dt="2025-12-06T20:25:57.129" v="48"/>
          <ac:spMkLst>
            <pc:docMk/>
            <pc:sldMk cId="3493255022" sldId="313"/>
            <ac:spMk id="2" creationId="{B48B24A2-98FA-92FA-D795-BF65B2777584}"/>
          </ac:spMkLst>
        </pc:spChg>
        <pc:spChg chg="add mod">
          <ac:chgData name="Tom P" userId="8ff300c24627993a" providerId="Windows Live" clId="Web-{E03C8718-104B-C054-1D33-B3C1DA4637D0}" dt="2025-12-06T20:27:37.940" v="101" actId="20577"/>
          <ac:spMkLst>
            <pc:docMk/>
            <pc:sldMk cId="3493255022" sldId="313"/>
            <ac:spMk id="4" creationId="{1F9B09D8-727D-91DD-4EB4-B885CA71BB98}"/>
          </ac:spMkLst>
        </pc:spChg>
        <pc:spChg chg="mod">
          <ac:chgData name="Tom P" userId="8ff300c24627993a" providerId="Windows Live" clId="Web-{E03C8718-104B-C054-1D33-B3C1DA4637D0}" dt="2025-12-06T20:27:21.016" v="99" actId="20577"/>
          <ac:spMkLst>
            <pc:docMk/>
            <pc:sldMk cId="3493255022" sldId="313"/>
            <ac:spMk id="7" creationId="{AA7A8210-CA22-DBDC-51C0-6840689B092A}"/>
          </ac:spMkLst>
        </pc:spChg>
        <pc:picChg chg="mod">
          <ac:chgData name="Tom P" userId="8ff300c24627993a" providerId="Windows Live" clId="Web-{E03C8718-104B-C054-1D33-B3C1DA4637D0}" dt="2025-12-06T20:25:48.377" v="46" actId="1076"/>
          <ac:picMkLst>
            <pc:docMk/>
            <pc:sldMk cId="3493255022" sldId="313"/>
            <ac:picMk id="3" creationId="{3B58F0F9-9DE1-8A0C-9F2E-F82D6E7AB6FA}"/>
          </ac:picMkLst>
        </pc:picChg>
        <pc:picChg chg="del">
          <ac:chgData name="Tom P" userId="8ff300c24627993a" providerId="Windows Live" clId="Web-{E03C8718-104B-C054-1D33-B3C1DA4637D0}" dt="2025-12-06T20:25:39.938" v="41"/>
          <ac:picMkLst>
            <pc:docMk/>
            <pc:sldMk cId="3493255022" sldId="313"/>
            <ac:picMk id="5" creationId="{F4CE6093-AD6D-5874-7892-5496669A837B}"/>
          </ac:picMkLst>
        </pc:picChg>
      </pc:sldChg>
      <pc:sldChg chg="new del">
        <pc:chgData name="Tom P" userId="8ff300c24627993a" providerId="Windows Live" clId="Web-{E03C8718-104B-C054-1D33-B3C1DA4637D0}" dt="2025-12-06T20:29:34.967" v="120"/>
        <pc:sldMkLst>
          <pc:docMk/>
          <pc:sldMk cId="3873707397" sldId="313"/>
        </pc:sldMkLst>
      </pc:sldChg>
      <pc:sldChg chg="new del">
        <pc:chgData name="Tom P" userId="8ff300c24627993a" providerId="Windows Live" clId="Web-{E03C8718-104B-C054-1D33-B3C1DA4637D0}" dt="2025-12-06T20:23:06.455" v="38"/>
        <pc:sldMkLst>
          <pc:docMk/>
          <pc:sldMk cId="3923514640" sldId="313"/>
        </pc:sldMkLst>
      </pc:sldChg>
      <pc:sldMasterChg chg="modSp mod modSldLayout">
        <pc:chgData name="Tom P" userId="8ff300c24627993a" providerId="Windows Live" clId="Web-{E03C8718-104B-C054-1D33-B3C1DA4637D0}" dt="2025-12-06T20:32:40.948" v="146"/>
        <pc:sldMasterMkLst>
          <pc:docMk/>
          <pc:sldMasterMk cId="762267253" sldId="2147483691"/>
        </pc:sldMasterMkLst>
        <pc:spChg chg="mod">
          <ac:chgData name="Tom P" userId="8ff300c24627993a" providerId="Windows Live" clId="Web-{E03C8718-104B-C054-1D33-B3C1DA4637D0}" dt="2025-12-06T20:32:40.948" v="146"/>
          <ac:spMkLst>
            <pc:docMk/>
            <pc:sldMasterMk cId="762267253" sldId="2147483691"/>
            <ac:spMk id="5" creationId="{9A12F074-0271-8E4C-A0D5-4D84215F5018}"/>
          </ac:spMkLst>
        </pc:spChg>
        <pc:sldLayoutChg chg="modSp mod">
          <pc:chgData name="Tom P" userId="8ff300c24627993a" providerId="Windows Live" clId="Web-{E03C8718-104B-C054-1D33-B3C1DA4637D0}" dt="2025-12-06T20:32:40.948" v="146"/>
          <pc:sldLayoutMkLst>
            <pc:docMk/>
            <pc:sldMasterMk cId="762267253" sldId="2147483667"/>
            <pc:sldLayoutMk cId="872756969" sldId="2147483692"/>
          </pc:sldLayoutMkLst>
          <pc:spChg chg="mod">
            <ac:chgData name="Tom P" userId="8ff300c24627993a" providerId="Windows Live" clId="Web-{E03C8718-104B-C054-1D33-B3C1DA4637D0}" dt="2025-12-06T20:32:40.948" v="146"/>
            <ac:spMkLst>
              <pc:docMk/>
              <pc:sldMasterMk cId="762267253" sldId="2147483667"/>
              <pc:sldLayoutMk cId="872756969" sldId="2147483692"/>
              <ac:spMk id="5" creationId="{93AD9582-6523-1D44-A4F0-10D045BEFD20}"/>
            </ac:spMkLst>
          </pc:spChg>
        </pc:sldLayoutChg>
        <pc:sldLayoutChg chg="modSp mod">
          <pc:chgData name="Tom P" userId="8ff300c24627993a" providerId="Windows Live" clId="Web-{E03C8718-104B-C054-1D33-B3C1DA4637D0}" dt="2025-12-06T20:32:40.948" v="146"/>
          <pc:sldLayoutMkLst>
            <pc:docMk/>
            <pc:sldMasterMk cId="762267253" sldId="2147483667"/>
            <pc:sldLayoutMk cId="2295548967" sldId="2147483693"/>
          </pc:sldLayoutMkLst>
          <pc:spChg chg="mod">
            <ac:chgData name="Tom P" userId="8ff300c24627993a" providerId="Windows Live" clId="Web-{E03C8718-104B-C054-1D33-B3C1DA4637D0}" dt="2025-12-06T20:32:40.948" v="146"/>
            <ac:spMkLst>
              <pc:docMk/>
              <pc:sldMasterMk cId="762267253" sldId="2147483667"/>
              <pc:sldLayoutMk cId="2295548967" sldId="2147483693"/>
              <ac:spMk id="5" creationId="{93AD9582-6523-1D44-A4F0-10D045BEFD20}"/>
            </ac:spMkLst>
          </pc:spChg>
        </pc:sldLayoutChg>
        <pc:sldLayoutChg chg="modSp mod">
          <pc:chgData name="Tom P" userId="8ff300c24627993a" providerId="Windows Live" clId="Web-{E03C8718-104B-C054-1D33-B3C1DA4637D0}" dt="2025-12-06T20:32:40.948" v="146"/>
          <pc:sldLayoutMkLst>
            <pc:docMk/>
            <pc:sldMasterMk cId="762267253" sldId="2147483667"/>
            <pc:sldLayoutMk cId="2853514359" sldId="2147483694"/>
          </pc:sldLayoutMkLst>
          <pc:spChg chg="mod">
            <ac:chgData name="Tom P" userId="8ff300c24627993a" providerId="Windows Live" clId="Web-{E03C8718-104B-C054-1D33-B3C1DA4637D0}" dt="2025-12-06T20:32:40.948" v="146"/>
            <ac:spMkLst>
              <pc:docMk/>
              <pc:sldMasterMk cId="762267253" sldId="2147483667"/>
              <pc:sldLayoutMk cId="2853514359" sldId="2147483694"/>
              <ac:spMk id="5" creationId="{10CD194E-1BDE-4F4F-9844-8C382C2CA1F8}"/>
            </ac:spMkLst>
          </pc:spChg>
        </pc:sldLayoutChg>
        <pc:sldLayoutChg chg="modSp mod">
          <pc:chgData name="Tom P" userId="8ff300c24627993a" providerId="Windows Live" clId="Web-{E03C8718-104B-C054-1D33-B3C1DA4637D0}" dt="2025-12-06T20:32:40.948" v="146"/>
          <pc:sldLayoutMkLst>
            <pc:docMk/>
            <pc:sldMasterMk cId="762267253" sldId="2147483667"/>
            <pc:sldLayoutMk cId="3141042372" sldId="2147483695"/>
          </pc:sldLayoutMkLst>
          <pc:spChg chg="mod">
            <ac:chgData name="Tom P" userId="8ff300c24627993a" providerId="Windows Live" clId="Web-{E03C8718-104B-C054-1D33-B3C1DA4637D0}" dt="2025-12-06T20:32:40.948" v="146"/>
            <ac:spMkLst>
              <pc:docMk/>
              <pc:sldMasterMk cId="762267253" sldId="2147483667"/>
              <pc:sldLayoutMk cId="3141042372" sldId="2147483695"/>
              <ac:spMk id="5" creationId="{886B0DD2-F15B-0E4C-ACB5-7DEB62EE86E5}"/>
            </ac:spMkLst>
          </pc:spChg>
        </pc:sldLayoutChg>
        <pc:sldLayoutChg chg="modSp mod">
          <pc:chgData name="Tom P" userId="8ff300c24627993a" providerId="Windows Live" clId="Web-{E03C8718-104B-C054-1D33-B3C1DA4637D0}" dt="2025-12-06T20:32:40.948" v="146"/>
          <pc:sldLayoutMkLst>
            <pc:docMk/>
            <pc:sldMasterMk cId="762267253" sldId="2147483667"/>
            <pc:sldLayoutMk cId="1144809529" sldId="2147483696"/>
          </pc:sldLayoutMkLst>
          <pc:spChg chg="mod">
            <ac:chgData name="Tom P" userId="8ff300c24627993a" providerId="Windows Live" clId="Web-{E03C8718-104B-C054-1D33-B3C1DA4637D0}" dt="2025-12-06T20:32:40.948" v="146"/>
            <ac:spMkLst>
              <pc:docMk/>
              <pc:sldMasterMk cId="762267253" sldId="2147483667"/>
              <pc:sldLayoutMk cId="1144809529" sldId="2147483696"/>
              <ac:spMk id="6" creationId="{3ADE692D-CAEE-E847-999C-19F61DAB365A}"/>
            </ac:spMkLst>
          </pc:spChg>
        </pc:sldLayoutChg>
        <pc:sldLayoutChg chg="modSp mod">
          <pc:chgData name="Tom P" userId="8ff300c24627993a" providerId="Windows Live" clId="Web-{E03C8718-104B-C054-1D33-B3C1DA4637D0}" dt="2025-12-06T20:32:40.948" v="146"/>
          <pc:sldLayoutMkLst>
            <pc:docMk/>
            <pc:sldMasterMk cId="762267253" sldId="2147483667"/>
            <pc:sldLayoutMk cId="3135096547" sldId="2147483697"/>
          </pc:sldLayoutMkLst>
          <pc:spChg chg="mod">
            <ac:chgData name="Tom P" userId="8ff300c24627993a" providerId="Windows Live" clId="Web-{E03C8718-104B-C054-1D33-B3C1DA4637D0}" dt="2025-12-06T20:32:40.948" v="146"/>
            <ac:spMkLst>
              <pc:docMk/>
              <pc:sldMasterMk cId="762267253" sldId="2147483667"/>
              <pc:sldLayoutMk cId="3135096547" sldId="2147483697"/>
              <ac:spMk id="8" creationId="{F3F60339-0274-CD47-9C2C-2DBB6A0BCF12}"/>
            </ac:spMkLst>
          </pc:spChg>
        </pc:sldLayoutChg>
        <pc:sldLayoutChg chg="modSp mod">
          <pc:chgData name="Tom P" userId="8ff300c24627993a" providerId="Windows Live" clId="Web-{E03C8718-104B-C054-1D33-B3C1DA4637D0}" dt="2025-12-06T20:32:40.948" v="146"/>
          <pc:sldLayoutMkLst>
            <pc:docMk/>
            <pc:sldMasterMk cId="762267253" sldId="2147483667"/>
            <pc:sldLayoutMk cId="3570397753" sldId="2147483698"/>
          </pc:sldLayoutMkLst>
          <pc:spChg chg="mod">
            <ac:chgData name="Tom P" userId="8ff300c24627993a" providerId="Windows Live" clId="Web-{E03C8718-104B-C054-1D33-B3C1DA4637D0}" dt="2025-12-06T20:32:40.948" v="146"/>
            <ac:spMkLst>
              <pc:docMk/>
              <pc:sldMasterMk cId="762267253" sldId="2147483667"/>
              <pc:sldLayoutMk cId="3570397753" sldId="2147483698"/>
              <ac:spMk id="8" creationId="{F3F60339-0274-CD47-9C2C-2DBB6A0BCF12}"/>
            </ac:spMkLst>
          </pc:spChg>
        </pc:sldLayoutChg>
        <pc:sldLayoutChg chg="modSp mod">
          <pc:chgData name="Tom P" userId="8ff300c24627993a" providerId="Windows Live" clId="Web-{E03C8718-104B-C054-1D33-B3C1DA4637D0}" dt="2025-12-06T20:32:40.948" v="146"/>
          <pc:sldLayoutMkLst>
            <pc:docMk/>
            <pc:sldMasterMk cId="762267253" sldId="2147483667"/>
            <pc:sldLayoutMk cId="949501303" sldId="2147483699"/>
          </pc:sldLayoutMkLst>
          <pc:spChg chg="mod">
            <ac:chgData name="Tom P" userId="8ff300c24627993a" providerId="Windows Live" clId="Web-{E03C8718-104B-C054-1D33-B3C1DA4637D0}" dt="2025-12-06T20:32:40.948" v="146"/>
            <ac:spMkLst>
              <pc:docMk/>
              <pc:sldMasterMk cId="762267253" sldId="2147483667"/>
              <pc:sldLayoutMk cId="949501303" sldId="2147483699"/>
              <ac:spMk id="8" creationId="{F3F60339-0274-CD47-9C2C-2DBB6A0BCF12}"/>
            </ac:spMkLst>
          </pc:spChg>
        </pc:sldLayoutChg>
        <pc:sldLayoutChg chg="modSp mod">
          <pc:chgData name="Tom P" userId="8ff300c24627993a" providerId="Windows Live" clId="Web-{E03C8718-104B-C054-1D33-B3C1DA4637D0}" dt="2025-12-06T20:32:40.948" v="146"/>
          <pc:sldLayoutMkLst>
            <pc:docMk/>
            <pc:sldMasterMk cId="762267253" sldId="2147483667"/>
            <pc:sldLayoutMk cId="253906183" sldId="2147483700"/>
          </pc:sldLayoutMkLst>
          <pc:spChg chg="mod">
            <ac:chgData name="Tom P" userId="8ff300c24627993a" providerId="Windows Live" clId="Web-{E03C8718-104B-C054-1D33-B3C1DA4637D0}" dt="2025-12-06T20:32:40.948" v="146"/>
            <ac:spMkLst>
              <pc:docMk/>
              <pc:sldMasterMk cId="762267253" sldId="2147483667"/>
              <pc:sldLayoutMk cId="253906183" sldId="2147483700"/>
              <ac:spMk id="4" creationId="{68AC4A53-7C48-3846-9C4E-47C297C7A5EB}"/>
            </ac:spMkLst>
          </pc:spChg>
        </pc:sldLayoutChg>
        <pc:sldLayoutChg chg="modSp mod">
          <pc:chgData name="Tom P" userId="8ff300c24627993a" providerId="Windows Live" clId="Web-{E03C8718-104B-C054-1D33-B3C1DA4637D0}" dt="2025-12-06T20:32:40.948" v="146"/>
          <pc:sldLayoutMkLst>
            <pc:docMk/>
            <pc:sldMasterMk cId="762267253" sldId="2147483667"/>
            <pc:sldLayoutMk cId="1303007610" sldId="2147483701"/>
          </pc:sldLayoutMkLst>
          <pc:spChg chg="mod">
            <ac:chgData name="Tom P" userId="8ff300c24627993a" providerId="Windows Live" clId="Web-{E03C8718-104B-C054-1D33-B3C1DA4637D0}" dt="2025-12-06T20:32:40.948" v="146"/>
            <ac:spMkLst>
              <pc:docMk/>
              <pc:sldMasterMk cId="762267253" sldId="2147483667"/>
              <pc:sldLayoutMk cId="1303007610" sldId="2147483701"/>
              <ac:spMk id="3" creationId="{E78D3671-8D78-AB47-8428-FB2C74A753D0}"/>
            </ac:spMkLst>
          </pc:spChg>
        </pc:sldLayoutChg>
        <pc:sldLayoutChg chg="modSp mod">
          <pc:chgData name="Tom P" userId="8ff300c24627993a" providerId="Windows Live" clId="Web-{E03C8718-104B-C054-1D33-B3C1DA4637D0}" dt="2025-12-06T20:32:40.948" v="146"/>
          <pc:sldLayoutMkLst>
            <pc:docMk/>
            <pc:sldMasterMk cId="762267253" sldId="2147483667"/>
            <pc:sldLayoutMk cId="3445762336" sldId="2147483702"/>
          </pc:sldLayoutMkLst>
          <pc:spChg chg="mod">
            <ac:chgData name="Tom P" userId="8ff300c24627993a" providerId="Windows Live" clId="Web-{E03C8718-104B-C054-1D33-B3C1DA4637D0}" dt="2025-12-06T20:32:40.948" v="146"/>
            <ac:spMkLst>
              <pc:docMk/>
              <pc:sldMasterMk cId="762267253" sldId="2147483667"/>
              <pc:sldLayoutMk cId="3445762336" sldId="2147483702"/>
              <ac:spMk id="9" creationId="{471A9A3F-F760-AC4F-941F-1DB118B802CF}"/>
            </ac:spMkLst>
          </pc:spChg>
        </pc:sldLayoutChg>
        <pc:sldLayoutChg chg="modSp mod">
          <pc:chgData name="Tom P" userId="8ff300c24627993a" providerId="Windows Live" clId="Web-{E03C8718-104B-C054-1D33-B3C1DA4637D0}" dt="2025-12-06T20:32:40.948" v="146"/>
          <pc:sldLayoutMkLst>
            <pc:docMk/>
            <pc:sldMasterMk cId="762267253" sldId="2147483667"/>
            <pc:sldLayoutMk cId="540467570" sldId="2147483703"/>
          </pc:sldLayoutMkLst>
          <pc:spChg chg="mod">
            <ac:chgData name="Tom P" userId="8ff300c24627993a" providerId="Windows Live" clId="Web-{E03C8718-104B-C054-1D33-B3C1DA4637D0}" dt="2025-12-06T20:32:40.948" v="146"/>
            <ac:spMkLst>
              <pc:docMk/>
              <pc:sldMasterMk cId="762267253" sldId="2147483667"/>
              <pc:sldLayoutMk cId="540467570" sldId="2147483703"/>
              <ac:spMk id="6" creationId="{1D8753AB-B7F1-204E-AFB9-F65DEBC66B13}"/>
            </ac:spMkLst>
          </pc:spChg>
        </pc:sldLayoutChg>
        <pc:sldLayoutChg chg="mod">
          <pc:chgData name="Tom P" userId="8ff300c24627993a" providerId="Windows Live" clId="Web-{E03C8718-104B-C054-1D33-B3C1DA4637D0}" dt="2025-12-06T20:32:40.948" v="146"/>
          <pc:sldLayoutMkLst>
            <pc:docMk/>
            <pc:sldMasterMk cId="762267253" sldId="2147483667"/>
            <pc:sldLayoutMk cId="80197199" sldId="2147483704"/>
          </pc:sldLayoutMkLst>
        </pc:sldLayoutChg>
      </pc:sldMasterChg>
    </pc:docChg>
  </pc:docChgLst>
  <pc:docChgLst>
    <pc:chgData name="Dalibor Slíva" userId="f4cbcbb17030af56" providerId="LiveId" clId="{A9B31D62-BECF-4472-BA94-427087ABD23D}"/>
    <pc:docChg chg="custSel modSld">
      <pc:chgData name="Dalibor Slíva" userId="f4cbcbb17030af56" providerId="LiveId" clId="{A9B31D62-BECF-4472-BA94-427087ABD23D}" dt="2025-12-07T14:02:05.012" v="19" actId="1076"/>
      <pc:docMkLst>
        <pc:docMk/>
      </pc:docMkLst>
      <pc:sldChg chg="addSp delSp modSp mod">
        <pc:chgData name="Dalibor Slíva" userId="f4cbcbb17030af56" providerId="LiveId" clId="{A9B31D62-BECF-4472-BA94-427087ABD23D}" dt="2025-12-07T14:02:05.012" v="19" actId="1076"/>
        <pc:sldMkLst>
          <pc:docMk/>
          <pc:sldMk cId="339571133" sldId="307"/>
        </pc:sldMkLst>
        <pc:picChg chg="del">
          <ac:chgData name="Dalibor Slíva" userId="f4cbcbb17030af56" providerId="LiveId" clId="{A9B31D62-BECF-4472-BA94-427087ABD23D}" dt="2025-12-07T11:14:02.550" v="6" actId="478"/>
          <ac:picMkLst>
            <pc:docMk/>
            <pc:sldMk cId="339571133" sldId="307"/>
            <ac:picMk id="3" creationId="{5520E67E-C4CD-FAB9-5C8F-024D7A5455B4}"/>
          </ac:picMkLst>
        </pc:picChg>
        <pc:picChg chg="add mod">
          <ac:chgData name="Dalibor Slíva" userId="f4cbcbb17030af56" providerId="LiveId" clId="{A9B31D62-BECF-4472-BA94-427087ABD23D}" dt="2025-12-07T14:02:05.012" v="19" actId="1076"/>
          <ac:picMkLst>
            <pc:docMk/>
            <pc:sldMk cId="339571133" sldId="307"/>
            <ac:picMk id="4" creationId="{49CFF087-DC99-D008-07C2-5F7883795DA5}"/>
          </ac:picMkLst>
        </pc:picChg>
        <pc:picChg chg="add del mod">
          <ac:chgData name="Dalibor Slíva" userId="f4cbcbb17030af56" providerId="LiveId" clId="{A9B31D62-BECF-4472-BA94-427087ABD23D}" dt="2025-12-07T14:01:51.546" v="14" actId="478"/>
          <ac:picMkLst>
            <pc:docMk/>
            <pc:sldMk cId="339571133" sldId="307"/>
            <ac:picMk id="5" creationId="{32E210A5-FFBF-0F47-2AC1-62D990420669}"/>
          </ac:picMkLst>
        </pc:picChg>
      </pc:sldChg>
      <pc:sldChg chg="addSp delSp modSp mod">
        <pc:chgData name="Dalibor Slíva" userId="f4cbcbb17030af56" providerId="LiveId" clId="{A9B31D62-BECF-4472-BA94-427087ABD23D}" dt="2025-12-07T11:14:00.564" v="5" actId="1076"/>
        <pc:sldMkLst>
          <pc:docMk/>
          <pc:sldMk cId="902518343" sldId="312"/>
        </pc:sldMkLst>
        <pc:picChg chg="del">
          <ac:chgData name="Dalibor Slíva" userId="f4cbcbb17030af56" providerId="LiveId" clId="{A9B31D62-BECF-4472-BA94-427087ABD23D}" dt="2025-12-07T11:13:53.019" v="0" actId="478"/>
          <ac:picMkLst>
            <pc:docMk/>
            <pc:sldMk cId="902518343" sldId="312"/>
            <ac:picMk id="4" creationId="{9AFAA5E1-873A-0E6A-7F05-FA9750E79A79}"/>
          </ac:picMkLst>
        </pc:picChg>
        <pc:picChg chg="add mod">
          <ac:chgData name="Dalibor Slíva" userId="f4cbcbb17030af56" providerId="LiveId" clId="{A9B31D62-BECF-4472-BA94-427087ABD23D}" dt="2025-12-07T11:14:00.564" v="5" actId="1076"/>
          <ac:picMkLst>
            <pc:docMk/>
            <pc:sldMk cId="902518343" sldId="312"/>
            <ac:picMk id="5" creationId="{F8278607-A398-8CA5-8549-E3D76AED6496}"/>
          </ac:picMkLst>
        </pc:picChg>
      </pc:sldChg>
    </pc:docChg>
  </pc:docChgLst>
  <pc:docChgLst>
    <pc:chgData name="Uživatel typu Host" userId="S::urn:spo:anon#65e7a78adc591538916abbd9ee30d74acf767aa96e3782203dafd350b418258d::" providerId="AD" clId="Web-{1EB762CC-D229-4C1A-9F63-A7C1CDCE61EC}"/>
    <pc:docChg chg="addSld delSld modSld">
      <pc:chgData name="Uživatel typu Host" userId="S::urn:spo:anon#65e7a78adc591538916abbd9ee30d74acf767aa96e3782203dafd350b418258d::" providerId="AD" clId="Web-{1EB762CC-D229-4C1A-9F63-A7C1CDCE61EC}" dt="2021-02-10T17:41:38.713" v="250" actId="20577"/>
      <pc:docMkLst>
        <pc:docMk/>
      </pc:docMkLst>
      <pc:sldChg chg="addSp delSp modSp">
        <pc:chgData name="Uživatel typu Host" userId="S::urn:spo:anon#65e7a78adc591538916abbd9ee30d74acf767aa96e3782203dafd350b418258d::" providerId="AD" clId="Web-{1EB762CC-D229-4C1A-9F63-A7C1CDCE61EC}" dt="2021-02-10T16:58:44.887" v="197" actId="14100"/>
        <pc:sldMkLst>
          <pc:docMk/>
          <pc:sldMk cId="1542858442" sldId="276"/>
        </pc:sldMkLst>
      </pc:sldChg>
      <pc:sldChg chg="delSp modSp delAnim">
        <pc:chgData name="Uživatel typu Host" userId="S::urn:spo:anon#65e7a78adc591538916abbd9ee30d74acf767aa96e3782203dafd350b418258d::" providerId="AD" clId="Web-{1EB762CC-D229-4C1A-9F63-A7C1CDCE61EC}" dt="2021-02-10T16:54:37.990" v="174" actId="20577"/>
        <pc:sldMkLst>
          <pc:docMk/>
          <pc:sldMk cId="1921074248" sldId="277"/>
        </pc:sldMkLst>
      </pc:sldChg>
      <pc:sldChg chg="modSp">
        <pc:chgData name="Uživatel typu Host" userId="S::urn:spo:anon#65e7a78adc591538916abbd9ee30d74acf767aa96e3782203dafd350b418258d::" providerId="AD" clId="Web-{1EB762CC-D229-4C1A-9F63-A7C1CDCE61EC}" dt="2021-02-10T15:57:31.096" v="37" actId="20577"/>
        <pc:sldMkLst>
          <pc:docMk/>
          <pc:sldMk cId="4199739692" sldId="278"/>
        </pc:sldMkLst>
      </pc:sldChg>
      <pc:sldChg chg="addSp delSp modSp">
        <pc:chgData name="Uživatel typu Host" userId="S::urn:spo:anon#65e7a78adc591538916abbd9ee30d74acf767aa96e3782203dafd350b418258d::" providerId="AD" clId="Web-{1EB762CC-D229-4C1A-9F63-A7C1CDCE61EC}" dt="2021-02-10T16:45:36.946" v="62" actId="1076"/>
        <pc:sldMkLst>
          <pc:docMk/>
          <pc:sldMk cId="3109783533" sldId="279"/>
        </pc:sldMkLst>
      </pc:sldChg>
      <pc:sldChg chg="delSp modSp delAnim">
        <pc:chgData name="Uživatel typu Host" userId="S::urn:spo:anon#65e7a78adc591538916abbd9ee30d74acf767aa96e3782203dafd350b418258d::" providerId="AD" clId="Web-{1EB762CC-D229-4C1A-9F63-A7C1CDCE61EC}" dt="2021-02-10T17:41:38.713" v="250" actId="20577"/>
        <pc:sldMkLst>
          <pc:docMk/>
          <pc:sldMk cId="3978017322" sldId="281"/>
        </pc:sldMkLst>
      </pc:sldChg>
      <pc:sldChg chg="modSp">
        <pc:chgData name="Uživatel typu Host" userId="S::urn:spo:anon#65e7a78adc591538916abbd9ee30d74acf767aa96e3782203dafd350b418258d::" providerId="AD" clId="Web-{1EB762CC-D229-4C1A-9F63-A7C1CDCE61EC}" dt="2021-02-10T16:50:44.422" v="106" actId="20577"/>
        <pc:sldMkLst>
          <pc:docMk/>
          <pc:sldMk cId="2396933956" sldId="282"/>
        </pc:sldMkLst>
      </pc:sldChg>
      <pc:sldChg chg="del">
        <pc:chgData name="Uživatel typu Host" userId="S::urn:spo:anon#65e7a78adc591538916abbd9ee30d74acf767aa96e3782203dafd350b418258d::" providerId="AD" clId="Web-{1EB762CC-D229-4C1A-9F63-A7C1CDCE61EC}" dt="2021-02-10T16:53:24.660" v="144"/>
        <pc:sldMkLst>
          <pc:docMk/>
          <pc:sldMk cId="1953398006" sldId="283"/>
        </pc:sldMkLst>
      </pc:sldChg>
      <pc:sldChg chg="addSp modSp">
        <pc:chgData name="Uživatel typu Host" userId="S::urn:spo:anon#65e7a78adc591538916abbd9ee30d74acf767aa96e3782203dafd350b418258d::" providerId="AD" clId="Web-{1EB762CC-D229-4C1A-9F63-A7C1CDCE61EC}" dt="2021-02-10T17:34:04.607" v="248"/>
        <pc:sldMkLst>
          <pc:docMk/>
          <pc:sldMk cId="3772970113" sldId="316"/>
        </pc:sldMkLst>
      </pc:sldChg>
      <pc:sldChg chg="addSp delSp modSp">
        <pc:chgData name="Uživatel typu Host" userId="S::urn:spo:anon#65e7a78adc591538916abbd9ee30d74acf767aa96e3782203dafd350b418258d::" providerId="AD" clId="Web-{1EB762CC-D229-4C1A-9F63-A7C1CDCE61EC}" dt="2021-02-10T17:33:58.950" v="247" actId="1076"/>
        <pc:sldMkLst>
          <pc:docMk/>
          <pc:sldMk cId="1802277587" sldId="317"/>
        </pc:sldMkLst>
      </pc:sldChg>
      <pc:sldChg chg="addSp delSp modSp add del">
        <pc:chgData name="Uživatel typu Host" userId="S::urn:spo:anon#65e7a78adc591538916abbd9ee30d74acf767aa96e3782203dafd350b418258d::" providerId="AD" clId="Web-{1EB762CC-D229-4C1A-9F63-A7C1CDCE61EC}" dt="2021-02-10T16:52:43.847" v="129"/>
        <pc:sldMkLst>
          <pc:docMk/>
          <pc:sldMk cId="1140878648" sldId="318"/>
        </pc:sldMkLst>
      </pc:sldChg>
    </pc:docChg>
  </pc:docChgLst>
  <pc:docChgLst>
    <pc:chgData name="Koziorek Jiri" userId="9a82b19d-2ffc-42c5-9aec-b524c31dbef2" providerId="ADAL" clId="{BCFE37D9-786C-4C03-A29C-83125662B2F8}"/>
    <pc:docChg chg="delSld modSld">
      <pc:chgData name="Koziorek Jiri" userId="9a82b19d-2ffc-42c5-9aec-b524c31dbef2" providerId="ADAL" clId="{BCFE37D9-786C-4C03-A29C-83125662B2F8}" dt="2021-02-11T11:29:24.963" v="13" actId="20577"/>
      <pc:docMkLst>
        <pc:docMk/>
      </pc:docMkLst>
      <pc:sldChg chg="modSp mod">
        <pc:chgData name="Koziorek Jiri" userId="9a82b19d-2ffc-42c5-9aec-b524c31dbef2" providerId="ADAL" clId="{BCFE37D9-786C-4C03-A29C-83125662B2F8}" dt="2021-02-11T11:29:24.963" v="13" actId="20577"/>
        <pc:sldMkLst>
          <pc:docMk/>
          <pc:sldMk cId="339575001" sldId="275"/>
        </pc:sldMkLst>
      </pc:sldChg>
      <pc:sldChg chg="modSp mod">
        <pc:chgData name="Koziorek Jiri" userId="9a82b19d-2ffc-42c5-9aec-b524c31dbef2" providerId="ADAL" clId="{BCFE37D9-786C-4C03-A29C-83125662B2F8}" dt="2021-02-11T11:19:45.111" v="9" actId="403"/>
        <pc:sldMkLst>
          <pc:docMk/>
          <pc:sldMk cId="881093508" sldId="284"/>
        </pc:sldMkLst>
      </pc:sldChg>
      <pc:sldChg chg="modSp mod">
        <pc:chgData name="Koziorek Jiri" userId="9a82b19d-2ffc-42c5-9aec-b524c31dbef2" providerId="ADAL" clId="{BCFE37D9-786C-4C03-A29C-83125662B2F8}" dt="2021-02-11T11:19:36.475" v="8" actId="403"/>
        <pc:sldMkLst>
          <pc:docMk/>
          <pc:sldMk cId="3059653922" sldId="288"/>
        </pc:sldMkLst>
      </pc:sldChg>
      <pc:sldChg chg="modSp mod">
        <pc:chgData name="Koziorek Jiri" userId="9a82b19d-2ffc-42c5-9aec-b524c31dbef2" providerId="ADAL" clId="{BCFE37D9-786C-4C03-A29C-83125662B2F8}" dt="2021-02-11T11:15:37.699" v="4" actId="403"/>
        <pc:sldMkLst>
          <pc:docMk/>
          <pc:sldMk cId="2139693869" sldId="319"/>
        </pc:sldMkLst>
      </pc:sldChg>
      <pc:sldChg chg="del">
        <pc:chgData name="Koziorek Jiri" userId="9a82b19d-2ffc-42c5-9aec-b524c31dbef2" providerId="ADAL" clId="{BCFE37D9-786C-4C03-A29C-83125662B2F8}" dt="2021-02-11T11:15:59.310" v="5" actId="2696"/>
        <pc:sldMkLst>
          <pc:docMk/>
          <pc:sldMk cId="746033344" sldId="325"/>
        </pc:sldMkLst>
      </pc:sldChg>
      <pc:sldChg chg="modSp mod">
        <pc:chgData name="Koziorek Jiri" userId="9a82b19d-2ffc-42c5-9aec-b524c31dbef2" providerId="ADAL" clId="{BCFE37D9-786C-4C03-A29C-83125662B2F8}" dt="2021-02-11T11:18:46.816" v="6" actId="404"/>
        <pc:sldMkLst>
          <pc:docMk/>
          <pc:sldMk cId="2494437257" sldId="330"/>
        </pc:sldMkLst>
      </pc:sldChg>
      <pc:sldChg chg="modSp mod">
        <pc:chgData name="Koziorek Jiri" userId="9a82b19d-2ffc-42c5-9aec-b524c31dbef2" providerId="ADAL" clId="{BCFE37D9-786C-4C03-A29C-83125662B2F8}" dt="2021-02-11T11:19:13.189" v="7" actId="404"/>
        <pc:sldMkLst>
          <pc:docMk/>
          <pc:sldMk cId="1284196177" sldId="333"/>
        </pc:sldMkLst>
      </pc:sldChg>
    </pc:docChg>
  </pc:docChgLst>
  <pc:docChgLst>
    <pc:chgData name="Lukáš Janeček" userId="4d3891cd0004a97d" providerId="LiveId" clId="{4FF87B74-573D-481C-9A51-79F62192958B}"/>
    <pc:docChg chg="undo custSel addSld delSld modSld">
      <pc:chgData name="Lukáš Janeček" userId="4d3891cd0004a97d" providerId="LiveId" clId="{4FF87B74-573D-481C-9A51-79F62192958B}" dt="2025-12-07T18:27:40.394" v="511" actId="478"/>
      <pc:docMkLst>
        <pc:docMk/>
      </pc:docMkLst>
      <pc:sldChg chg="modSp mod">
        <pc:chgData name="Lukáš Janeček" userId="4d3891cd0004a97d" providerId="LiveId" clId="{4FF87B74-573D-481C-9A51-79F62192958B}" dt="2025-12-06T20:35:52.422" v="493"/>
        <pc:sldMkLst>
          <pc:docMk/>
          <pc:sldMk cId="339575001" sldId="275"/>
        </pc:sldMkLst>
        <pc:spChg chg="mod">
          <ac:chgData name="Lukáš Janeček" userId="4d3891cd0004a97d" providerId="LiveId" clId="{4FF87B74-573D-481C-9A51-79F62192958B}" dt="2025-12-06T20:32:25.354" v="484" actId="20577"/>
          <ac:spMkLst>
            <pc:docMk/>
            <pc:sldMk cId="339575001" sldId="275"/>
            <ac:spMk id="3" creationId="{C6B712B7-DD3B-7F5E-EF4C-DA40427AF282}"/>
          </ac:spMkLst>
        </pc:spChg>
        <pc:spChg chg="mod">
          <ac:chgData name="Lukáš Janeček" userId="4d3891cd0004a97d" providerId="LiveId" clId="{4FF87B74-573D-481C-9A51-79F62192958B}" dt="2025-12-06T20:35:52.422" v="493"/>
          <ac:spMkLst>
            <pc:docMk/>
            <pc:sldMk cId="339575001" sldId="275"/>
            <ac:spMk id="7" creationId="{D74B918C-9EC9-439D-96AF-3843C0F6DB42}"/>
          </ac:spMkLst>
        </pc:spChg>
      </pc:sldChg>
      <pc:sldChg chg="addSp delSp modSp mod">
        <pc:chgData name="Lukáš Janeček" userId="4d3891cd0004a97d" providerId="LiveId" clId="{4FF87B74-573D-481C-9A51-79F62192958B}" dt="2025-12-06T20:24:42.867" v="398" actId="1076"/>
        <pc:sldMkLst>
          <pc:docMk/>
          <pc:sldMk cId="3559671594" sldId="301"/>
        </pc:sldMkLst>
        <pc:spChg chg="mod">
          <ac:chgData name="Lukáš Janeček" userId="4d3891cd0004a97d" providerId="LiveId" clId="{4FF87B74-573D-481C-9A51-79F62192958B}" dt="2025-12-06T17:40:50.712" v="272" actId="20577"/>
          <ac:spMkLst>
            <pc:docMk/>
            <pc:sldMk cId="3559671594" sldId="301"/>
            <ac:spMk id="7" creationId="{D74B918C-9EC9-439D-96AF-3843C0F6DB42}"/>
          </ac:spMkLst>
        </pc:spChg>
        <pc:spChg chg="mod">
          <ac:chgData name="Lukáš Janeček" userId="4d3891cd0004a97d" providerId="LiveId" clId="{4FF87B74-573D-481C-9A51-79F62192958B}" dt="2025-12-06T20:24:39.720" v="396" actId="6549"/>
          <ac:spMkLst>
            <pc:docMk/>
            <pc:sldMk cId="3559671594" sldId="301"/>
            <ac:spMk id="8" creationId="{E2BEBD07-ECB7-4336-B2E3-AC4F1D5BE053}"/>
          </ac:spMkLst>
        </pc:spChg>
        <pc:picChg chg="del">
          <ac:chgData name="Lukáš Janeček" userId="4d3891cd0004a97d" providerId="LiveId" clId="{4FF87B74-573D-481C-9A51-79F62192958B}" dt="2025-12-06T20:19:50.962" v="295" actId="478"/>
          <ac:picMkLst>
            <pc:docMk/>
            <pc:sldMk cId="3559671594" sldId="301"/>
            <ac:picMk id="2" creationId="{C048C658-A296-F4BF-D81A-5E47EE7426FD}"/>
          </ac:picMkLst>
        </pc:picChg>
        <pc:picChg chg="add mod">
          <ac:chgData name="Lukáš Janeček" userId="4d3891cd0004a97d" providerId="LiveId" clId="{4FF87B74-573D-481C-9A51-79F62192958B}" dt="2025-12-06T20:24:00.299" v="390" actId="1076"/>
          <ac:picMkLst>
            <pc:docMk/>
            <pc:sldMk cId="3559671594" sldId="301"/>
            <ac:picMk id="4" creationId="{5698DFF7-52C0-0AF6-2B8A-4FE72DFBB950}"/>
          </ac:picMkLst>
        </pc:picChg>
        <pc:picChg chg="add mod">
          <ac:chgData name="Lukáš Janeček" userId="4d3891cd0004a97d" providerId="LiveId" clId="{4FF87B74-573D-481C-9A51-79F62192958B}" dt="2025-12-06T20:24:42.867" v="398" actId="1076"/>
          <ac:picMkLst>
            <pc:docMk/>
            <pc:sldMk cId="3559671594" sldId="301"/>
            <ac:picMk id="5" creationId="{A113F98A-8099-3B23-4EF4-0EF19140D893}"/>
          </ac:picMkLst>
        </pc:picChg>
      </pc:sldChg>
      <pc:sldChg chg="addSp modSp mod">
        <pc:chgData name="Lukáš Janeček" userId="4d3891cd0004a97d" providerId="LiveId" clId="{4FF87B74-573D-481C-9A51-79F62192958B}" dt="2025-12-06T20:32:30.152" v="485"/>
        <pc:sldMkLst>
          <pc:docMk/>
          <pc:sldMk cId="2147738559" sldId="306"/>
        </pc:sldMkLst>
        <pc:spChg chg="add mod">
          <ac:chgData name="Lukáš Janeček" userId="4d3891cd0004a97d" providerId="LiveId" clId="{4FF87B74-573D-481C-9A51-79F62192958B}" dt="2025-12-06T20:32:30.152" v="485"/>
          <ac:spMkLst>
            <pc:docMk/>
            <pc:sldMk cId="2147738559" sldId="306"/>
            <ac:spMk id="3" creationId="{1D4E41DB-35E5-1592-FE16-40952C462E28}"/>
          </ac:spMkLst>
        </pc:spChg>
        <pc:picChg chg="add mod">
          <ac:chgData name="Lukáš Janeček" userId="4d3891cd0004a97d" providerId="LiveId" clId="{4FF87B74-573D-481C-9A51-79F62192958B}" dt="2025-12-06T20:28:15.490" v="431" actId="1076"/>
          <ac:picMkLst>
            <pc:docMk/>
            <pc:sldMk cId="2147738559" sldId="306"/>
            <ac:picMk id="2" creationId="{8DADFF21-DFF3-5F1F-5984-27D31584FC95}"/>
          </ac:picMkLst>
        </pc:picChg>
      </pc:sldChg>
      <pc:sldChg chg="addSp delSp modSp add mod">
        <pc:chgData name="Lukáš Janeček" userId="4d3891cd0004a97d" providerId="LiveId" clId="{4FF87B74-573D-481C-9A51-79F62192958B}" dt="2025-12-06T20:20:35.542" v="297" actId="478"/>
        <pc:sldMkLst>
          <pc:docMk/>
          <pc:sldMk cId="339571133" sldId="307"/>
        </pc:sldMkLst>
        <pc:spChg chg="mod">
          <ac:chgData name="Lukáš Janeček" userId="4d3891cd0004a97d" providerId="LiveId" clId="{4FF87B74-573D-481C-9A51-79F62192958B}" dt="2025-12-06T17:42:37.450" v="289" actId="20577"/>
          <ac:spMkLst>
            <pc:docMk/>
            <pc:sldMk cId="339571133" sldId="307"/>
            <ac:spMk id="7" creationId="{0C6C5FC2-163C-B831-6BED-A2A663A22FD1}"/>
          </ac:spMkLst>
        </pc:spChg>
        <pc:spChg chg="del mod">
          <ac:chgData name="Lukáš Janeček" userId="4d3891cd0004a97d" providerId="LiveId" clId="{4FF87B74-573D-481C-9A51-79F62192958B}" dt="2025-12-06T20:20:35.542" v="297" actId="478"/>
          <ac:spMkLst>
            <pc:docMk/>
            <pc:sldMk cId="339571133" sldId="307"/>
            <ac:spMk id="8" creationId="{D78D9C7C-B789-8318-EDAB-F42D3044D212}"/>
          </ac:spMkLst>
        </pc:spChg>
        <pc:picChg chg="del">
          <ac:chgData name="Lukáš Janeček" userId="4d3891cd0004a97d" providerId="LiveId" clId="{4FF87B74-573D-481C-9A51-79F62192958B}" dt="2025-12-06T17:42:46.626" v="293" actId="478"/>
          <ac:picMkLst>
            <pc:docMk/>
            <pc:sldMk cId="339571133" sldId="307"/>
            <ac:picMk id="2" creationId="{3C6FA520-23F5-5977-7E5A-26853C77123B}"/>
          </ac:picMkLst>
        </pc:picChg>
        <pc:picChg chg="add mod">
          <ac:chgData name="Lukáš Janeček" userId="4d3891cd0004a97d" providerId="LiveId" clId="{4FF87B74-573D-481C-9A51-79F62192958B}" dt="2025-12-06T17:42:55.974" v="294" actId="1076"/>
          <ac:picMkLst>
            <pc:docMk/>
            <pc:sldMk cId="339571133" sldId="307"/>
            <ac:picMk id="3" creationId="{5520E67E-C4CD-FAB9-5C8F-024D7A5455B4}"/>
          </ac:picMkLst>
        </pc:picChg>
      </pc:sldChg>
      <pc:sldChg chg="delSp add mod">
        <pc:chgData name="Lukáš Janeček" userId="4d3891cd0004a97d" providerId="LiveId" clId="{4FF87B74-573D-481C-9A51-79F62192958B}" dt="2025-12-06T20:19:58.899" v="296" actId="478"/>
        <pc:sldMkLst>
          <pc:docMk/>
          <pc:sldMk cId="3509203926" sldId="308"/>
        </pc:sldMkLst>
        <pc:picChg chg="del">
          <ac:chgData name="Lukáš Janeček" userId="4d3891cd0004a97d" providerId="LiveId" clId="{4FF87B74-573D-481C-9A51-79F62192958B}" dt="2025-12-06T20:19:58.899" v="296" actId="478"/>
          <ac:picMkLst>
            <pc:docMk/>
            <pc:sldMk cId="3509203926" sldId="308"/>
            <ac:picMk id="2" creationId="{603848C0-1425-B7D3-9FAF-00841FAEBB1E}"/>
          </ac:picMkLst>
        </pc:picChg>
      </pc:sldChg>
      <pc:sldChg chg="addSp delSp modSp add mod">
        <pc:chgData name="Lukáš Janeček" userId="4d3891cd0004a97d" providerId="LiveId" clId="{4FF87B74-573D-481C-9A51-79F62192958B}" dt="2025-12-07T18:27:40.394" v="511" actId="478"/>
        <pc:sldMkLst>
          <pc:docMk/>
          <pc:sldMk cId="903867813" sldId="309"/>
        </pc:sldMkLst>
        <pc:spChg chg="mod">
          <ac:chgData name="Lukáš Janeček" userId="4d3891cd0004a97d" providerId="LiveId" clId="{4FF87B74-573D-481C-9A51-79F62192958B}" dt="2025-12-06T20:20:48.579" v="313" actId="20577"/>
          <ac:spMkLst>
            <pc:docMk/>
            <pc:sldMk cId="903867813" sldId="309"/>
            <ac:spMk id="7" creationId="{7CCDE3D7-9645-61C8-9D1F-D31169815DC6}"/>
          </ac:spMkLst>
        </pc:spChg>
        <pc:spChg chg="del">
          <ac:chgData name="Lukáš Janeček" userId="4d3891cd0004a97d" providerId="LiveId" clId="{4FF87B74-573D-481C-9A51-79F62192958B}" dt="2025-12-06T20:20:51.477" v="314" actId="478"/>
          <ac:spMkLst>
            <pc:docMk/>
            <pc:sldMk cId="903867813" sldId="309"/>
            <ac:spMk id="8" creationId="{E6435A29-2F51-E58B-5266-F328D2335DE4}"/>
          </ac:spMkLst>
        </pc:spChg>
        <pc:picChg chg="add mod">
          <ac:chgData name="Lukáš Janeček" userId="4d3891cd0004a97d" providerId="LiveId" clId="{4FF87B74-573D-481C-9A51-79F62192958B}" dt="2025-12-07T18:27:38.419" v="509" actId="1076"/>
          <ac:picMkLst>
            <pc:docMk/>
            <pc:sldMk cId="903867813" sldId="309"/>
            <ac:picMk id="3" creationId="{7F481BEB-045C-F95E-9D98-23036EC8CFDA}"/>
          </ac:picMkLst>
        </pc:picChg>
        <pc:picChg chg="add mod">
          <ac:chgData name="Lukáš Janeček" userId="4d3891cd0004a97d" providerId="LiveId" clId="{4FF87B74-573D-481C-9A51-79F62192958B}" dt="2025-12-06T20:33:06.936" v="487" actId="1076"/>
          <ac:picMkLst>
            <pc:docMk/>
            <pc:sldMk cId="903867813" sldId="309"/>
            <ac:picMk id="5" creationId="{AAFEDCF0-81B7-4F99-0BE0-6F99377DD9E0}"/>
          </ac:picMkLst>
        </pc:picChg>
        <pc:picChg chg="add del mod">
          <ac:chgData name="Lukáš Janeček" userId="4d3891cd0004a97d" providerId="LiveId" clId="{4FF87B74-573D-481C-9A51-79F62192958B}" dt="2025-12-07T18:27:40.394" v="511" actId="478"/>
          <ac:picMkLst>
            <pc:docMk/>
            <pc:sldMk cId="903867813" sldId="309"/>
            <ac:picMk id="8" creationId="{9ED1EE4C-9491-28B1-1F58-60EC2CD8FA65}"/>
          </ac:picMkLst>
        </pc:picChg>
        <pc:picChg chg="add mod">
          <ac:chgData name="Lukáš Janeček" userId="4d3891cd0004a97d" providerId="LiveId" clId="{4FF87B74-573D-481C-9A51-79F62192958B}" dt="2025-12-06T20:33:03.446" v="486" actId="1076"/>
          <ac:picMkLst>
            <pc:docMk/>
            <pc:sldMk cId="903867813" sldId="309"/>
            <ac:picMk id="10" creationId="{CE67294B-5A93-4A58-CB4A-B6F69C405CB1}"/>
          </ac:picMkLst>
        </pc:picChg>
        <pc:picChg chg="add mod">
          <ac:chgData name="Lukáš Janeček" userId="4d3891cd0004a97d" providerId="LiveId" clId="{4FF87B74-573D-481C-9A51-79F62192958B}" dt="2025-12-07T18:27:38.098" v="508" actId="1076"/>
          <ac:picMkLst>
            <pc:docMk/>
            <pc:sldMk cId="903867813" sldId="309"/>
            <ac:picMk id="12" creationId="{56AD1449-3BD3-65E7-C927-ABE29C4F2C35}"/>
          </ac:picMkLst>
        </pc:picChg>
      </pc:sldChg>
      <pc:sldChg chg="add del">
        <pc:chgData name="Lukáš Janeček" userId="4d3891cd0004a97d" providerId="LiveId" clId="{4FF87B74-573D-481C-9A51-79F62192958B}" dt="2025-12-06T17:42:41.925" v="291" actId="47"/>
        <pc:sldMkLst>
          <pc:docMk/>
          <pc:sldMk cId="3738635674" sldId="309"/>
        </pc:sldMkLst>
      </pc:sldChg>
      <pc:sldChg chg="addSp delSp modSp add mod">
        <pc:chgData name="Lukáš Janeček" userId="4d3891cd0004a97d" providerId="LiveId" clId="{4FF87B74-573D-481C-9A51-79F62192958B}" dt="2025-12-06T20:21:56.769" v="358" actId="1076"/>
        <pc:sldMkLst>
          <pc:docMk/>
          <pc:sldMk cId="700650" sldId="310"/>
        </pc:sldMkLst>
        <pc:spChg chg="mod">
          <ac:chgData name="Lukáš Janeček" userId="4d3891cd0004a97d" providerId="LiveId" clId="{4FF87B74-573D-481C-9A51-79F62192958B}" dt="2025-12-06T20:21:28.997" v="338" actId="20577"/>
          <ac:spMkLst>
            <pc:docMk/>
            <pc:sldMk cId="700650" sldId="310"/>
            <ac:spMk id="7" creationId="{AB6AB11F-EA18-7279-5F1A-1197ABA53AFF}"/>
          </ac:spMkLst>
        </pc:spChg>
        <pc:picChg chg="del">
          <ac:chgData name="Lukáš Janeček" userId="4d3891cd0004a97d" providerId="LiveId" clId="{4FF87B74-573D-481C-9A51-79F62192958B}" dt="2025-12-06T20:21:35.499" v="341" actId="478"/>
          <ac:picMkLst>
            <pc:docMk/>
            <pc:sldMk cId="700650" sldId="310"/>
            <ac:picMk id="3" creationId="{6DF42A4B-5B9D-1439-FAEC-58554507B1CD}"/>
          </ac:picMkLst>
        </pc:picChg>
        <pc:picChg chg="add mod">
          <ac:chgData name="Lukáš Janeček" userId="4d3891cd0004a97d" providerId="LiveId" clId="{4FF87B74-573D-481C-9A51-79F62192958B}" dt="2025-12-06T20:21:55.220" v="357" actId="14100"/>
          <ac:picMkLst>
            <pc:docMk/>
            <pc:sldMk cId="700650" sldId="310"/>
            <ac:picMk id="4" creationId="{C336D29A-AFE6-54BB-014D-AF0178C7AFDC}"/>
          </ac:picMkLst>
        </pc:picChg>
        <pc:picChg chg="del">
          <ac:chgData name="Lukáš Janeček" userId="4d3891cd0004a97d" providerId="LiveId" clId="{4FF87B74-573D-481C-9A51-79F62192958B}" dt="2025-12-06T20:21:35.123" v="340" actId="478"/>
          <ac:picMkLst>
            <pc:docMk/>
            <pc:sldMk cId="700650" sldId="310"/>
            <ac:picMk id="5" creationId="{FC68A48F-3AD2-CD22-0A4E-099086C9DD1C}"/>
          </ac:picMkLst>
        </pc:picChg>
        <pc:picChg chg="add mod">
          <ac:chgData name="Lukáš Janeček" userId="4d3891cd0004a97d" providerId="LiveId" clId="{4FF87B74-573D-481C-9A51-79F62192958B}" dt="2025-12-06T20:21:48.182" v="351" actId="1076"/>
          <ac:picMkLst>
            <pc:docMk/>
            <pc:sldMk cId="700650" sldId="310"/>
            <ac:picMk id="9" creationId="{2931BB2E-E2FB-BCEE-E636-0A8A9B7C1D4B}"/>
          </ac:picMkLst>
        </pc:picChg>
        <pc:picChg chg="del">
          <ac:chgData name="Lukáš Janeček" userId="4d3891cd0004a97d" providerId="LiveId" clId="{4FF87B74-573D-481C-9A51-79F62192958B}" dt="2025-12-06T20:21:30.549" v="339" actId="478"/>
          <ac:picMkLst>
            <pc:docMk/>
            <pc:sldMk cId="700650" sldId="310"/>
            <ac:picMk id="10" creationId="{7D2D1243-F130-5196-7C70-99D73CF6B054}"/>
          </ac:picMkLst>
        </pc:picChg>
        <pc:picChg chg="add mod">
          <ac:chgData name="Lukáš Janeček" userId="4d3891cd0004a97d" providerId="LiveId" clId="{4FF87B74-573D-481C-9A51-79F62192958B}" dt="2025-12-06T20:21:56.769" v="358" actId="1076"/>
          <ac:picMkLst>
            <pc:docMk/>
            <pc:sldMk cId="700650" sldId="310"/>
            <ac:picMk id="12" creationId="{64566037-6D0B-3B55-DD7F-7F15E20CB09E}"/>
          </ac:picMkLst>
        </pc:picChg>
      </pc:sldChg>
      <pc:sldChg chg="addSp delSp modSp add mod">
        <pc:chgData name="Lukáš Janeček" userId="4d3891cd0004a97d" providerId="LiveId" clId="{4FF87B74-573D-481C-9A51-79F62192958B}" dt="2025-12-06T20:23:06.045" v="385" actId="1076"/>
        <pc:sldMkLst>
          <pc:docMk/>
          <pc:sldMk cId="902518343" sldId="312"/>
        </pc:sldMkLst>
        <pc:spChg chg="mod">
          <ac:chgData name="Lukáš Janeček" userId="4d3891cd0004a97d" providerId="LiveId" clId="{4FF87B74-573D-481C-9A51-79F62192958B}" dt="2025-12-06T20:22:53.124" v="379" actId="20577"/>
          <ac:spMkLst>
            <pc:docMk/>
            <pc:sldMk cId="902518343" sldId="312"/>
            <ac:spMk id="7" creationId="{37957132-C107-F2F3-CEAD-5EF894E7CF3B}"/>
          </ac:spMkLst>
        </pc:spChg>
        <pc:picChg chg="del">
          <ac:chgData name="Lukáš Janeček" userId="4d3891cd0004a97d" providerId="LiveId" clId="{4FF87B74-573D-481C-9A51-79F62192958B}" dt="2025-12-06T20:22:54.748" v="380" actId="478"/>
          <ac:picMkLst>
            <pc:docMk/>
            <pc:sldMk cId="902518343" sldId="312"/>
            <ac:picMk id="3" creationId="{7BCA65FA-DFC5-16DE-41F2-BB52D8CCDC55}"/>
          </ac:picMkLst>
        </pc:picChg>
        <pc:picChg chg="add mod">
          <ac:chgData name="Lukáš Janeček" userId="4d3891cd0004a97d" providerId="LiveId" clId="{4FF87B74-573D-481C-9A51-79F62192958B}" dt="2025-12-06T20:23:06.045" v="385" actId="1076"/>
          <ac:picMkLst>
            <pc:docMk/>
            <pc:sldMk cId="902518343" sldId="312"/>
            <ac:picMk id="4" creationId="{9AFAA5E1-873A-0E6A-7F05-FA9750E79A79}"/>
          </ac:picMkLst>
        </pc:picChg>
      </pc:sldChg>
      <pc:sldChg chg="addSp delSp modSp add del mod">
        <pc:chgData name="Lukáš Janeček" userId="4d3891cd0004a97d" providerId="LiveId" clId="{4FF87B74-573D-481C-9A51-79F62192958B}" dt="2025-12-06T20:28:05.232" v="426" actId="47"/>
        <pc:sldMkLst>
          <pc:docMk/>
          <pc:sldMk cId="3493255022" sldId="313"/>
        </pc:sldMkLst>
        <pc:spChg chg="mod">
          <ac:chgData name="Lukáš Janeček" userId="4d3891cd0004a97d" providerId="LiveId" clId="{4FF87B74-573D-481C-9A51-79F62192958B}" dt="2025-12-06T20:26:11.171" v="425" actId="20577"/>
          <ac:spMkLst>
            <pc:docMk/>
            <pc:sldMk cId="3493255022" sldId="313"/>
            <ac:spMk id="7" creationId="{AA7A8210-CA22-DBDC-51C0-6840689B092A}"/>
          </ac:spMkLst>
        </pc:spChg>
        <pc:spChg chg="del">
          <ac:chgData name="Lukáš Janeček" userId="4d3891cd0004a97d" providerId="LiveId" clId="{4FF87B74-573D-481C-9A51-79F62192958B}" dt="2025-12-06T20:25:11.765" v="400" actId="478"/>
          <ac:spMkLst>
            <pc:docMk/>
            <pc:sldMk cId="3493255022" sldId="313"/>
            <ac:spMk id="8" creationId="{A1E19916-7A67-12F8-D06F-3BAE26E5DC1C}"/>
          </ac:spMkLst>
        </pc:spChg>
        <pc:picChg chg="add mod">
          <ac:chgData name="Lukáš Janeček" userId="4d3891cd0004a97d" providerId="LiveId" clId="{4FF87B74-573D-481C-9A51-79F62192958B}" dt="2025-12-06T20:25:26.136" v="405" actId="1076"/>
          <ac:picMkLst>
            <pc:docMk/>
            <pc:sldMk cId="3493255022" sldId="313"/>
            <ac:picMk id="3" creationId="{3B58F0F9-9DE1-8A0C-9F2E-F82D6E7AB6FA}"/>
          </ac:picMkLst>
        </pc:picChg>
        <pc:picChg chg="add mod">
          <ac:chgData name="Lukáš Janeček" userId="4d3891cd0004a97d" providerId="LiveId" clId="{4FF87B74-573D-481C-9A51-79F62192958B}" dt="2025-12-06T20:25:32.057" v="410" actId="1076"/>
          <ac:picMkLst>
            <pc:docMk/>
            <pc:sldMk cId="3493255022" sldId="313"/>
            <ac:picMk id="5" creationId="{F4CE6093-AD6D-5874-7892-5496669A837B}"/>
          </ac:picMkLst>
        </pc:picChg>
      </pc:sldChg>
    </pc:docChg>
  </pc:docChgLst>
  <pc:docChgLst>
    <pc:chgData name="Batrla Adam" userId="384fa42c-c579-4026-b90f-46f0296850a0" providerId="ADAL" clId="{9C89005F-D9EB-4E9B-9AAB-430EA854D4ED}"/>
    <pc:docChg chg="modSld">
      <pc:chgData name="Batrla Adam" userId="384fa42c-c579-4026-b90f-46f0296850a0" providerId="ADAL" clId="{9C89005F-D9EB-4E9B-9AAB-430EA854D4ED}" dt="2024-10-15T12:37:26.411" v="28" actId="1076"/>
      <pc:docMkLst>
        <pc:docMk/>
      </pc:docMkLst>
      <pc:sldChg chg="modSp mod">
        <pc:chgData name="Batrla Adam" userId="384fa42c-c579-4026-b90f-46f0296850a0" providerId="ADAL" clId="{9C89005F-D9EB-4E9B-9AAB-430EA854D4ED}" dt="2024-10-15T12:37:19.392" v="25" actId="20577"/>
        <pc:sldMkLst>
          <pc:docMk/>
          <pc:sldMk cId="339575001" sldId="275"/>
        </pc:sldMkLst>
      </pc:sldChg>
      <pc:sldChg chg="addSp modSp mod">
        <pc:chgData name="Batrla Adam" userId="384fa42c-c579-4026-b90f-46f0296850a0" providerId="ADAL" clId="{9C89005F-D9EB-4E9B-9AAB-430EA854D4ED}" dt="2024-10-15T12:37:26.411" v="28" actId="1076"/>
        <pc:sldMkLst>
          <pc:docMk/>
          <pc:sldMk cId="3559671594" sldId="30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A7E84B11-8086-A046-B6B7-F7A9DB5EAD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E5F8304-EF8E-7A48-A3EC-256BB4EB24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746FA-9F78-5A43-BFD1-03D27A7F3C92}" type="datetimeFigureOut">
              <a:rPr lang="cs-CZ" smtClean="0"/>
              <a:t>07.12.2025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CE85A97-9D2F-A74D-874B-B462CB8C63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B02496D-CD03-4446-AD06-43B91E1688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CC9C5-FF55-F544-A6D3-2B14C7549C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42182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2D10F-BC7E-0545-A8D3-D708044527A6}" type="datetimeFigureOut">
              <a:rPr lang="cs-CZ" smtClean="0"/>
              <a:t>07.12.2025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cs-CZ"/>
              <a:t>Upravte styly předlohy textu.
Druhá úroveň
Třetí úroveň
Čtvrtá úroveň
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77E90-4C3A-1A40-BB34-28A95E688A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024213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81172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35513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DFE67-13DD-CABD-3EEF-2425B6A3E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81EEABBB-7268-A53D-B720-BB67E35C6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96293E56-6001-412B-666F-8446D2689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9DEE098-8196-509A-0987-34871791AA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83AC717-6F38-7D31-22D4-492C9246D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1969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527B7-05F6-6E29-1152-2E8F60E7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8A52267F-A291-DB5C-62C0-47E76F594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9DE0BC27-6DC7-F722-96FA-2465FE495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68FEBEF-246E-B5B0-26D3-AC3F292B0F8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4A770E6-1232-D339-8915-4674C1C4C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1797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4B89D-BBC0-DFC3-4808-C32DC40C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400D5251-A718-2209-54DB-F66827AE4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C304300C-125E-C1A4-36FC-37776FB0A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08E8843-7A67-583A-D04A-77E36C2214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36F661D-E6B8-DE1F-0263-E2C896BB3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3215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0A76-41CA-E33E-C4B5-BE928F21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F643CA42-75BD-4D4E-B4FF-FD4CF8990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40037947-9CC6-272F-716A-A690D13E0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6ED2121-6068-A5AE-8C54-8214F8249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80FC769-2327-46F9-DBAB-C5AD33CF1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05725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73826-7307-30D9-2AA0-C9B6F2FC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257BF319-6D04-DF10-473F-ABF980CA4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01CF9F04-64D0-5DEA-5F5D-56FCE60C2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BDB0FBE-24F0-4888-2D3D-3F3E2B72A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D80C415-C92F-7F74-C617-992CEB952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0113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64D05-4F0D-1D1A-7BA3-ABCF27472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181AF76E-8FF7-2A20-B366-6FF19773D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B7F63D7A-AAAC-DFCE-82F0-EB7CAC03F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58C6256-81C8-9A36-ECEE-AA4AE14E730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2D27A24-DE1A-90EA-E5EB-D96995A8F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33036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826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26" Type="http://schemas.openxmlformats.org/officeDocument/2006/relationships/image" Target="../media/image26.svg"/><Relationship Id="rId39" Type="http://schemas.openxmlformats.org/officeDocument/2006/relationships/image" Target="../media/image39.png"/><Relationship Id="rId21" Type="http://schemas.openxmlformats.org/officeDocument/2006/relationships/image" Target="../media/image21.png"/><Relationship Id="rId34" Type="http://schemas.openxmlformats.org/officeDocument/2006/relationships/image" Target="../media/image34.svg"/><Relationship Id="rId42" Type="http://schemas.openxmlformats.org/officeDocument/2006/relationships/image" Target="../media/image42.svg"/><Relationship Id="rId47" Type="http://schemas.openxmlformats.org/officeDocument/2006/relationships/image" Target="../media/image47.png"/><Relationship Id="rId50" Type="http://schemas.openxmlformats.org/officeDocument/2006/relationships/image" Target="../media/image50.svg"/><Relationship Id="rId55" Type="http://schemas.openxmlformats.org/officeDocument/2006/relationships/image" Target="../media/image55.png"/><Relationship Id="rId7" Type="http://schemas.openxmlformats.org/officeDocument/2006/relationships/image" Target="../media/image7.png"/><Relationship Id="rId2" Type="http://schemas.openxmlformats.org/officeDocument/2006/relationships/image" Target="../media/image2.emf"/><Relationship Id="rId16" Type="http://schemas.openxmlformats.org/officeDocument/2006/relationships/image" Target="../media/image16.svg"/><Relationship Id="rId29" Type="http://schemas.openxmlformats.org/officeDocument/2006/relationships/image" Target="../media/image29.png"/><Relationship Id="rId11" Type="http://schemas.openxmlformats.org/officeDocument/2006/relationships/image" Target="../media/image11.png"/><Relationship Id="rId24" Type="http://schemas.openxmlformats.org/officeDocument/2006/relationships/image" Target="../media/image24.svg"/><Relationship Id="rId32" Type="http://schemas.openxmlformats.org/officeDocument/2006/relationships/image" Target="../media/image32.svg"/><Relationship Id="rId37" Type="http://schemas.openxmlformats.org/officeDocument/2006/relationships/image" Target="../media/image37.png"/><Relationship Id="rId40" Type="http://schemas.openxmlformats.org/officeDocument/2006/relationships/image" Target="../media/image40.svg"/><Relationship Id="rId45" Type="http://schemas.openxmlformats.org/officeDocument/2006/relationships/image" Target="../media/image45.png"/><Relationship Id="rId53" Type="http://schemas.openxmlformats.org/officeDocument/2006/relationships/image" Target="../media/image53.png"/><Relationship Id="rId58" Type="http://schemas.openxmlformats.org/officeDocument/2006/relationships/image" Target="../media/image58.svg"/><Relationship Id="rId5" Type="http://schemas.openxmlformats.org/officeDocument/2006/relationships/image" Target="../media/image5.png"/><Relationship Id="rId61" Type="http://schemas.openxmlformats.org/officeDocument/2006/relationships/image" Target="../media/image61.png"/><Relationship Id="rId19" Type="http://schemas.openxmlformats.org/officeDocument/2006/relationships/image" Target="../media/image19.png"/><Relationship Id="rId14" Type="http://schemas.openxmlformats.org/officeDocument/2006/relationships/image" Target="../media/image14.svg"/><Relationship Id="rId22" Type="http://schemas.openxmlformats.org/officeDocument/2006/relationships/image" Target="../media/image22.svg"/><Relationship Id="rId27" Type="http://schemas.openxmlformats.org/officeDocument/2006/relationships/image" Target="../media/image27.png"/><Relationship Id="rId30" Type="http://schemas.openxmlformats.org/officeDocument/2006/relationships/image" Target="../media/image30.svg"/><Relationship Id="rId35" Type="http://schemas.openxmlformats.org/officeDocument/2006/relationships/image" Target="../media/image35.png"/><Relationship Id="rId43" Type="http://schemas.openxmlformats.org/officeDocument/2006/relationships/image" Target="../media/image43.png"/><Relationship Id="rId48" Type="http://schemas.openxmlformats.org/officeDocument/2006/relationships/image" Target="../media/image48.svg"/><Relationship Id="rId56" Type="http://schemas.openxmlformats.org/officeDocument/2006/relationships/image" Target="../media/image56.svg"/><Relationship Id="rId8" Type="http://schemas.openxmlformats.org/officeDocument/2006/relationships/image" Target="../media/image8.svg"/><Relationship Id="rId51" Type="http://schemas.openxmlformats.org/officeDocument/2006/relationships/image" Target="../media/image51.png"/><Relationship Id="rId3" Type="http://schemas.openxmlformats.org/officeDocument/2006/relationships/image" Target="../media/image3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svg"/><Relationship Id="rId46" Type="http://schemas.openxmlformats.org/officeDocument/2006/relationships/image" Target="../media/image46.svg"/><Relationship Id="rId59" Type="http://schemas.openxmlformats.org/officeDocument/2006/relationships/image" Target="../media/image59.png"/><Relationship Id="rId20" Type="http://schemas.openxmlformats.org/officeDocument/2006/relationships/image" Target="../media/image20.svg"/><Relationship Id="rId41" Type="http://schemas.openxmlformats.org/officeDocument/2006/relationships/image" Target="../media/image41.png"/><Relationship Id="rId54" Type="http://schemas.openxmlformats.org/officeDocument/2006/relationships/image" Target="../media/image54.svg"/><Relationship Id="rId62" Type="http://schemas.openxmlformats.org/officeDocument/2006/relationships/image" Target="../media/image6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svg"/><Relationship Id="rId36" Type="http://schemas.openxmlformats.org/officeDocument/2006/relationships/image" Target="../media/image36.svg"/><Relationship Id="rId49" Type="http://schemas.openxmlformats.org/officeDocument/2006/relationships/image" Target="../media/image49.png"/><Relationship Id="rId57" Type="http://schemas.openxmlformats.org/officeDocument/2006/relationships/image" Target="../media/image57.png"/><Relationship Id="rId10" Type="http://schemas.openxmlformats.org/officeDocument/2006/relationships/image" Target="../media/image10.svg"/><Relationship Id="rId31" Type="http://schemas.openxmlformats.org/officeDocument/2006/relationships/image" Target="../media/image31.png"/><Relationship Id="rId44" Type="http://schemas.openxmlformats.org/officeDocument/2006/relationships/image" Target="../media/image44.svg"/><Relationship Id="rId52" Type="http://schemas.openxmlformats.org/officeDocument/2006/relationships/image" Target="../media/image52.svg"/><Relationship Id="rId60" Type="http://schemas.openxmlformats.org/officeDocument/2006/relationships/image" Target="../media/image6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3F77-2CE9-7D49-9458-1ACF72B58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88" y="1989138"/>
            <a:ext cx="11798620" cy="11723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1DA3B-0F22-3848-B468-C8422D799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087" y="3602038"/>
            <a:ext cx="117986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57841-B012-3F4F-A40A-F73F833FE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D9582-6523-1D44-A4F0-10D045BEF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Lukáš Janeček JAN0837, Tomáš Pernica PER0176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2D269-4D51-D242-8BC5-F310E732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275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3F77-2CE9-7D49-9458-1ACF72B58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88" y="1989138"/>
            <a:ext cx="11798620" cy="11723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1DA3B-0F22-3848-B468-C8422D799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087" y="3602038"/>
            <a:ext cx="1179861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57841-B012-3F4F-A40A-F73F833FE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D9582-6523-1D44-A4F0-10D045BEF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Lukáš Janeček JAN0837, Tomáš Pernica PER0176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2D269-4D51-D242-8BC5-F310E732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5548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8AEB-B644-5942-AD1E-621B53CF1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9" y="1089025"/>
            <a:ext cx="11807825" cy="719138"/>
          </a:xfrm>
          <a:prstGeom prst="rect">
            <a:avLst/>
          </a:prstGeom>
        </p:spPr>
        <p:txBody>
          <a:bodyPr anchor="b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00131-EA4E-F247-BD08-565629F59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" y="1989138"/>
            <a:ext cx="11807825" cy="42116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219AF-979E-E64C-BD7F-90FE544F0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D194E-1BDE-4F4F-9844-8C382C2C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Lukáš Janeček JAN0837, Tomáš Pernica PER0176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B98FB-D470-F24C-9040-6BA593DF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351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FECE6-7A7D-664C-A646-0577ABD54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9" y="1102836"/>
            <a:ext cx="11799733" cy="70532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D8159-490F-9D44-8DE1-C95E41982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087" y="1989138"/>
            <a:ext cx="11807825" cy="421163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81DD2-B40B-6F40-8846-B6C265F6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0DD2-F15B-0E4C-ACB5-7DEB62EE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Lukáš Janeček JAN0837, Tomáš Pernica PER0176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4EA89-1BE2-0F40-B054-7AB8ACBF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1042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6C57-B154-3447-8B55-54316475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80" y="1089026"/>
            <a:ext cx="11798620" cy="719138"/>
          </a:xfrm>
          <a:prstGeom prst="rect">
            <a:avLst/>
          </a:prstGeom>
        </p:spPr>
        <p:txBody>
          <a:bodyPr anchor="b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8488A-550B-FD44-870D-6B5F0CA0C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0180" y="1987551"/>
            <a:ext cx="5819620" cy="421368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EBD61-1D0E-8247-8181-00E7B3992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987551"/>
            <a:ext cx="5827713" cy="41894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9C4F-0816-E949-A19A-C72D7413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E692D-CAEE-E847-999C-19F61DAB3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Lukáš Janeček JAN0837, Tomáš Pernica PER0176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8AC9C-BE73-C946-A793-2A1ADEE0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4809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AD35-4396-B543-B0B1-246F45FE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9" y="1089025"/>
            <a:ext cx="11807825" cy="719138"/>
          </a:xfrm>
          <a:prstGeom prst="rect">
            <a:avLst/>
          </a:prstGeom>
        </p:spPr>
        <p:txBody>
          <a:bodyPr anchor="b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30D54-B0DF-0349-A08A-AB9BE6DB5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087" y="1989137"/>
            <a:ext cx="5832475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D8BE5-6CB3-8345-924C-A1DD2DD0A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2088" y="2314322"/>
            <a:ext cx="5832476" cy="387534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5EA90-3B54-D74E-BE42-B5E34C217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989137"/>
            <a:ext cx="5827713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D7D3D-11B1-CB4C-A33F-C8BC62E37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14322"/>
            <a:ext cx="5827713" cy="387534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3094F-F128-7744-9134-944E79FE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60339-0274-CD47-9C2C-2DBB6A0BC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Lukáš Janeček JAN0837, Tomáš Pernica PER0176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D582F-44EF-524C-AC03-6D30051A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3509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AD35-4396-B543-B0B1-246F45FE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9" y="1089025"/>
            <a:ext cx="11807825" cy="719138"/>
          </a:xfrm>
          <a:prstGeom prst="rect">
            <a:avLst/>
          </a:prstGeom>
        </p:spPr>
        <p:txBody>
          <a:bodyPr anchor="b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30D54-B0DF-0349-A08A-AB9BE6DB5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087" y="1989137"/>
            <a:ext cx="5832475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D8BE5-6CB3-8345-924C-A1DD2DD0A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2088" y="2314322"/>
            <a:ext cx="5832476" cy="20311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5EA90-3B54-D74E-BE42-B5E34C217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989137"/>
            <a:ext cx="5827713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D7D3D-11B1-CB4C-A33F-C8BC62E37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14322"/>
            <a:ext cx="5827713" cy="20311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3094F-F128-7744-9134-944E79FE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60339-0274-CD47-9C2C-2DBB6A0BC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Lukáš Janeček JAN0837, Tomáš Pernica PER0176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D582F-44EF-524C-AC03-6D30051A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BAF2A61-8083-714B-B6EA-A2C9374A76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00179" y="4418252"/>
            <a:ext cx="5832475" cy="159668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9A49810-6CDC-1940-ABA4-D189C0035A0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00178" y="4650749"/>
            <a:ext cx="5832475" cy="1550026"/>
          </a:xfrm>
        </p:spPr>
        <p:txBody>
          <a:bodyPr anchor="t">
            <a:noAutofit/>
          </a:bodyPr>
          <a:lstStyle>
            <a:lvl1pPr marL="0" indent="0">
              <a:buNone/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E3FB61-C1CC-E949-B02F-C230B61EC8C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172101" y="4410160"/>
            <a:ext cx="5832475" cy="159668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EEC9536-D82E-1D48-A1FD-3B14AAF76BEA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172100" y="4642657"/>
            <a:ext cx="5832475" cy="1550026"/>
          </a:xfrm>
        </p:spPr>
        <p:txBody>
          <a:bodyPr anchor="t">
            <a:noAutofit/>
          </a:bodyPr>
          <a:lstStyle>
            <a:lvl1pPr marL="0" indent="0">
              <a:buNone/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57039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AD35-4396-B543-B0B1-246F45FE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9" y="1089025"/>
            <a:ext cx="11807825" cy="719138"/>
          </a:xfrm>
          <a:prstGeom prst="rect">
            <a:avLst/>
          </a:prstGeom>
        </p:spPr>
        <p:txBody>
          <a:bodyPr anchor="b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30D54-B0DF-0349-A08A-AB9BE6DB5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177" y="1989137"/>
            <a:ext cx="3735319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D8BE5-6CB3-8345-924C-A1DD2DD0A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0554" y="2314322"/>
            <a:ext cx="3734137" cy="20311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3094F-F128-7744-9134-944E79FE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60339-0274-CD47-9C2C-2DBB6A0BC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Lukáš Janeček JAN0837, Tomáš Pernica PER0176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D582F-44EF-524C-AC03-6D30051A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BAF2A61-8083-714B-B6EA-A2C9374A76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00178" y="4418252"/>
            <a:ext cx="3734137" cy="159668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9A49810-6CDC-1940-ABA4-D189C0035A0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00178" y="4650749"/>
            <a:ext cx="3734562" cy="1550026"/>
          </a:xfrm>
        </p:spPr>
        <p:txBody>
          <a:bodyPr anchor="t">
            <a:noAutofit/>
          </a:bodyPr>
          <a:lstStyle>
            <a:lvl1pPr marL="0" indent="0">
              <a:buNone/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3D705129-1E26-D543-92A1-EFAF8E911FC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236469" y="1989138"/>
            <a:ext cx="3734137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6" name="Content Placeholder 3">
            <a:extLst>
              <a:ext uri="{FF2B5EF4-FFF2-40B4-BE49-F238E27FC236}">
                <a16:creationId xmlns:a16="http://schemas.microsoft.com/office/drawing/2014/main" id="{0CA5CD9C-5511-DA4E-8F95-0917EC4C4D0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36846" y="2314323"/>
            <a:ext cx="3734137" cy="20311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52D26FB4-A694-EA42-9284-28128210565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236470" y="4418253"/>
            <a:ext cx="3734137" cy="159668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82F72328-61B5-6F45-A95F-1C82C2078F29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236470" y="4650750"/>
            <a:ext cx="3734136" cy="1550026"/>
          </a:xfrm>
        </p:spPr>
        <p:txBody>
          <a:bodyPr anchor="t">
            <a:noAutofit/>
          </a:bodyPr>
          <a:lstStyle>
            <a:lvl1pPr marL="0" indent="0">
              <a:buNone/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0F990E76-7FE9-CE42-A7A1-42B9EA1875D7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263521" y="1989139"/>
            <a:ext cx="3734137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0" name="Content Placeholder 3">
            <a:extLst>
              <a:ext uri="{FF2B5EF4-FFF2-40B4-BE49-F238E27FC236}">
                <a16:creationId xmlns:a16="http://schemas.microsoft.com/office/drawing/2014/main" id="{70A49019-5474-AF4C-8165-4F90E84BC2B0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263898" y="2314324"/>
            <a:ext cx="3734137" cy="20311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C29B511B-4BFB-E44D-B631-01E01AC6719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263522" y="4418254"/>
            <a:ext cx="3734137" cy="159668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2B29021-5CC6-F44B-BEBD-C14F14FA8A1C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263522" y="4650751"/>
            <a:ext cx="3734136" cy="1550026"/>
          </a:xfrm>
        </p:spPr>
        <p:txBody>
          <a:bodyPr anchor="t">
            <a:noAutofit/>
          </a:bodyPr>
          <a:lstStyle>
            <a:lvl1pPr marL="0" indent="0">
              <a:buNone/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94950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38144-9A3F-AC4B-ACA3-2C05BA3F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93" y="1089025"/>
            <a:ext cx="11798620" cy="71913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583CD-F360-AA49-A6B4-38560C66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C4A53-7C48-3846-9C4E-47C297C7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Lukáš Janeček JAN0837, Tomáš Pernica PER0176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45C61-F597-874B-8F86-E60219628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906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4CAD3-2491-3045-91F4-95BA2887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8D3671-8D78-AB47-8428-FB2C74A75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Lukáš Janeček JAN0837, Tomáš Pernica PER0176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53978-B0A2-9346-AEA0-9BBC0215B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3007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3B380-B0ED-AA4C-9846-18497E75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81" y="1089025"/>
            <a:ext cx="4563908" cy="7191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C539D-BE42-5E44-9649-A43967320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243" y="1089025"/>
            <a:ext cx="7075670" cy="5111749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09BA3-2099-E943-B907-9054F9DEA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0181" y="1989137"/>
            <a:ext cx="4563908" cy="42116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AB5F5894-33BA-4E4A-9F4E-10CED6A3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471A9A3F-F760-AC4F-941F-1DB118B80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Lukáš Janeček JAN0837, Tomáš Pernica PER0176</a:t>
            </a:r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7A949EF-DF5A-EE4E-8E11-B2AC890C9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5762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38C2-A537-A048-9C5D-EC1FA9710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55" y="1089025"/>
            <a:ext cx="4563533" cy="7191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F60598-20E7-F042-89BA-C6678DD94E0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08549" y="1089025"/>
            <a:ext cx="7091363" cy="511175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z="1600"/>
              <a:t>Picture</a:t>
            </a:r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A6C57-B059-7548-8C2E-30FE726D9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0555" y="1989137"/>
            <a:ext cx="4563533" cy="42116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513B4-C6DE-674E-99C4-2B60E0B3C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753AB-B7F1-204E-AFB9-F65DEBC6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Lukáš Janeček JAN0837, Tomáš Pernica PER0176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C4982-79FD-9346-AC3D-B384016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40467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32CD5EFD-0980-814B-9F8E-224DB3C186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77483" y="5663090"/>
            <a:ext cx="2425320" cy="1406170"/>
          </a:xfrm>
          <a:prstGeom prst="rect">
            <a:avLst/>
          </a:prstGeom>
        </p:spPr>
      </p:pic>
      <p:pic>
        <p:nvPicPr>
          <p:cNvPr id="6" name="Graphic 9" descr="Group of people">
            <a:extLst>
              <a:ext uri="{FF2B5EF4-FFF2-40B4-BE49-F238E27FC236}">
                <a16:creationId xmlns:a16="http://schemas.microsoft.com/office/drawing/2014/main" id="{04DA598E-973C-444B-B284-F9B89ADF5C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14" y="931044"/>
            <a:ext cx="2752725" cy="2752725"/>
          </a:xfrm>
          <a:prstGeom prst="rect">
            <a:avLst/>
          </a:prstGeom>
        </p:spPr>
      </p:pic>
      <p:pic>
        <p:nvPicPr>
          <p:cNvPr id="7" name="Graphic 10" descr="Man">
            <a:extLst>
              <a:ext uri="{FF2B5EF4-FFF2-40B4-BE49-F238E27FC236}">
                <a16:creationId xmlns:a16="http://schemas.microsoft.com/office/drawing/2014/main" id="{3ABC57AA-9A23-E943-85D9-17073FE2380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77483" y="4695675"/>
            <a:ext cx="1028781" cy="1028781"/>
          </a:xfrm>
          <a:prstGeom prst="rect">
            <a:avLst/>
          </a:prstGeom>
        </p:spPr>
      </p:pic>
      <p:pic>
        <p:nvPicPr>
          <p:cNvPr id="8" name="Graphic 12" descr="Male profile">
            <a:extLst>
              <a:ext uri="{FF2B5EF4-FFF2-40B4-BE49-F238E27FC236}">
                <a16:creationId xmlns:a16="http://schemas.microsoft.com/office/drawing/2014/main" id="{FD577FC3-8631-A045-A4A7-CAFE2F87D65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3742" y="5825652"/>
            <a:ext cx="914400" cy="914400"/>
          </a:xfrm>
          <a:prstGeom prst="rect">
            <a:avLst/>
          </a:prstGeom>
        </p:spPr>
      </p:pic>
      <p:pic>
        <p:nvPicPr>
          <p:cNvPr id="9" name="Graphic 13" descr="Female Profile">
            <a:extLst>
              <a:ext uri="{FF2B5EF4-FFF2-40B4-BE49-F238E27FC236}">
                <a16:creationId xmlns:a16="http://schemas.microsoft.com/office/drawing/2014/main" id="{637B6C78-5FC2-354E-AC47-978ED205EF4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91698" y="5825652"/>
            <a:ext cx="914400" cy="914400"/>
          </a:xfrm>
          <a:prstGeom prst="rect">
            <a:avLst/>
          </a:prstGeom>
        </p:spPr>
      </p:pic>
      <p:pic>
        <p:nvPicPr>
          <p:cNvPr id="10" name="Graphic 14" descr="Lecturer">
            <a:extLst>
              <a:ext uri="{FF2B5EF4-FFF2-40B4-BE49-F238E27FC236}">
                <a16:creationId xmlns:a16="http://schemas.microsoft.com/office/drawing/2014/main" id="{6FF3E188-079E-6A4E-92CC-8D52843FFF6D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23037" y="4090833"/>
            <a:ext cx="1082559" cy="1082559"/>
          </a:xfrm>
          <a:prstGeom prst="rect">
            <a:avLst/>
          </a:prstGeom>
        </p:spPr>
      </p:pic>
      <p:pic>
        <p:nvPicPr>
          <p:cNvPr id="11" name="Graphic 15" descr="Teacher">
            <a:extLst>
              <a:ext uri="{FF2B5EF4-FFF2-40B4-BE49-F238E27FC236}">
                <a16:creationId xmlns:a16="http://schemas.microsoft.com/office/drawing/2014/main" id="{DF6DB79B-368A-CC45-A897-9F8821585E3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82562" y="3683769"/>
            <a:ext cx="1123270" cy="1123270"/>
          </a:xfrm>
          <a:prstGeom prst="rect">
            <a:avLst/>
          </a:prstGeom>
        </p:spPr>
      </p:pic>
      <p:pic>
        <p:nvPicPr>
          <p:cNvPr id="12" name="Graphic 17" descr="Users">
            <a:extLst>
              <a:ext uri="{FF2B5EF4-FFF2-40B4-BE49-F238E27FC236}">
                <a16:creationId xmlns:a16="http://schemas.microsoft.com/office/drawing/2014/main" id="{AA866559-5094-8C44-A181-5E1248019333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06951" y="1915705"/>
            <a:ext cx="1203728" cy="1203728"/>
          </a:xfrm>
          <a:prstGeom prst="rect">
            <a:avLst/>
          </a:prstGeom>
        </p:spPr>
      </p:pic>
      <p:pic>
        <p:nvPicPr>
          <p:cNvPr id="13" name="Graphic 18" descr="Circle with right arrow">
            <a:extLst>
              <a:ext uri="{FF2B5EF4-FFF2-40B4-BE49-F238E27FC236}">
                <a16:creationId xmlns:a16="http://schemas.microsoft.com/office/drawing/2014/main" id="{1A8DA4D5-B917-E740-B951-392331F5ED4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74420" y="5870119"/>
            <a:ext cx="914400" cy="914400"/>
          </a:xfrm>
          <a:prstGeom prst="rect">
            <a:avLst/>
          </a:prstGeom>
        </p:spPr>
      </p:pic>
      <p:pic>
        <p:nvPicPr>
          <p:cNvPr id="14" name="Graphic 19" descr="Circle with right arrow">
            <a:extLst>
              <a:ext uri="{FF2B5EF4-FFF2-40B4-BE49-F238E27FC236}">
                <a16:creationId xmlns:a16="http://schemas.microsoft.com/office/drawing/2014/main" id="{33F3493D-E90F-AB4C-A6A0-16334AA95EC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0800000" flipV="1">
            <a:off x="4597673" y="5870119"/>
            <a:ext cx="914400" cy="914400"/>
          </a:xfrm>
          <a:prstGeom prst="rect">
            <a:avLst/>
          </a:prstGeom>
        </p:spPr>
      </p:pic>
      <p:pic>
        <p:nvPicPr>
          <p:cNvPr id="15" name="Graphic 21" descr="Brain in head">
            <a:extLst>
              <a:ext uri="{FF2B5EF4-FFF2-40B4-BE49-F238E27FC236}">
                <a16:creationId xmlns:a16="http://schemas.microsoft.com/office/drawing/2014/main" id="{FD52055C-63C1-5442-9521-1A83E329937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flipH="1">
            <a:off x="152079" y="5627868"/>
            <a:ext cx="1156651" cy="1156651"/>
          </a:xfrm>
          <a:prstGeom prst="rect">
            <a:avLst/>
          </a:prstGeom>
        </p:spPr>
      </p:pic>
      <p:pic>
        <p:nvPicPr>
          <p:cNvPr id="16" name="Graphic 22" descr="Person with idea">
            <a:extLst>
              <a:ext uri="{FF2B5EF4-FFF2-40B4-BE49-F238E27FC236}">
                <a16:creationId xmlns:a16="http://schemas.microsoft.com/office/drawing/2014/main" id="{D231E3E1-56A7-2A43-95A1-C5B0F759E5A9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74122" y="1991584"/>
            <a:ext cx="1297326" cy="1297326"/>
          </a:xfrm>
          <a:prstGeom prst="rect">
            <a:avLst/>
          </a:prstGeom>
        </p:spPr>
      </p:pic>
      <p:pic>
        <p:nvPicPr>
          <p:cNvPr id="17" name="Graphic 23" descr="Group brainstorm">
            <a:extLst>
              <a:ext uri="{FF2B5EF4-FFF2-40B4-BE49-F238E27FC236}">
                <a16:creationId xmlns:a16="http://schemas.microsoft.com/office/drawing/2014/main" id="{1539B19C-541F-AC48-BEF0-7DED565FF733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119694" y="852614"/>
            <a:ext cx="1330432" cy="1330432"/>
          </a:xfrm>
          <a:prstGeom prst="rect">
            <a:avLst/>
          </a:prstGeom>
        </p:spPr>
      </p:pic>
      <p:pic>
        <p:nvPicPr>
          <p:cNvPr id="18" name="Graphic 24" descr="Customer review">
            <a:extLst>
              <a:ext uri="{FF2B5EF4-FFF2-40B4-BE49-F238E27FC236}">
                <a16:creationId xmlns:a16="http://schemas.microsoft.com/office/drawing/2014/main" id="{CDE085C0-F896-3440-AEE4-9DC2E70EB390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113184" y="3964453"/>
            <a:ext cx="1335320" cy="1335320"/>
          </a:xfrm>
          <a:prstGeom prst="rect">
            <a:avLst/>
          </a:prstGeom>
        </p:spPr>
      </p:pic>
      <p:pic>
        <p:nvPicPr>
          <p:cNvPr id="19" name="Graphic 25" descr="Social network">
            <a:extLst>
              <a:ext uri="{FF2B5EF4-FFF2-40B4-BE49-F238E27FC236}">
                <a16:creationId xmlns:a16="http://schemas.microsoft.com/office/drawing/2014/main" id="{68515830-B2B0-E245-AF8B-8EE05A71F986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3277" y="3845892"/>
            <a:ext cx="1763985" cy="1763985"/>
          </a:xfrm>
          <a:prstGeom prst="rect">
            <a:avLst/>
          </a:prstGeom>
        </p:spPr>
      </p:pic>
      <p:pic>
        <p:nvPicPr>
          <p:cNvPr id="20" name="Graphic 26" descr="Line arrow: Straight">
            <a:extLst>
              <a:ext uri="{FF2B5EF4-FFF2-40B4-BE49-F238E27FC236}">
                <a16:creationId xmlns:a16="http://schemas.microsoft.com/office/drawing/2014/main" id="{9B5957D1-03B3-064C-BF58-A30028A2277F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489004" y="4955719"/>
            <a:ext cx="914400" cy="914400"/>
          </a:xfrm>
          <a:prstGeom prst="rect">
            <a:avLst/>
          </a:prstGeom>
        </p:spPr>
      </p:pic>
      <p:pic>
        <p:nvPicPr>
          <p:cNvPr id="21" name="Graphic 27" descr="Head with gears">
            <a:extLst>
              <a:ext uri="{FF2B5EF4-FFF2-40B4-BE49-F238E27FC236}">
                <a16:creationId xmlns:a16="http://schemas.microsoft.com/office/drawing/2014/main" id="{74B80D84-2447-DC4D-A04D-706E912F1C94}"/>
              </a:ext>
            </a:extLst>
          </p:cNvPr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flipH="1">
            <a:off x="2242055" y="5627868"/>
            <a:ext cx="1156651" cy="1156651"/>
          </a:xfrm>
          <a:prstGeom prst="rect">
            <a:avLst/>
          </a:prstGeom>
        </p:spPr>
      </p:pic>
      <p:pic>
        <p:nvPicPr>
          <p:cNvPr id="22" name="Graphic 28" descr="Single gear">
            <a:extLst>
              <a:ext uri="{FF2B5EF4-FFF2-40B4-BE49-F238E27FC236}">
                <a16:creationId xmlns:a16="http://schemas.microsoft.com/office/drawing/2014/main" id="{F3B81E84-6995-1A42-BA4A-EEA98C842B3E}"/>
              </a:ext>
            </a:extLst>
          </p:cNvPr>
          <p:cNvPicPr>
            <a:picLocks noChangeAspect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928952" y="1494575"/>
            <a:ext cx="1205978" cy="1205978"/>
          </a:xfrm>
          <a:prstGeom prst="rect">
            <a:avLst/>
          </a:prstGeom>
        </p:spPr>
      </p:pic>
      <p:pic>
        <p:nvPicPr>
          <p:cNvPr id="23" name="Graphic 29" descr="Gears">
            <a:extLst>
              <a:ext uri="{FF2B5EF4-FFF2-40B4-BE49-F238E27FC236}">
                <a16:creationId xmlns:a16="http://schemas.microsoft.com/office/drawing/2014/main" id="{738B8D76-89C6-0A47-A1EC-88BDC77C76EE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761899" y="5677034"/>
            <a:ext cx="914400" cy="914400"/>
          </a:xfrm>
          <a:prstGeom prst="rect">
            <a:avLst/>
          </a:prstGeom>
        </p:spPr>
      </p:pic>
      <p:pic>
        <p:nvPicPr>
          <p:cNvPr id="24" name="Graphic 32" descr="Brain in head">
            <a:extLst>
              <a:ext uri="{FF2B5EF4-FFF2-40B4-BE49-F238E27FC236}">
                <a16:creationId xmlns:a16="http://schemas.microsoft.com/office/drawing/2014/main" id="{0B3DE9B9-E900-E94D-8F7B-B39B3CEAA03E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51681" y="5645859"/>
            <a:ext cx="1156651" cy="1156651"/>
          </a:xfrm>
          <a:prstGeom prst="rect">
            <a:avLst/>
          </a:prstGeom>
        </p:spPr>
      </p:pic>
      <p:pic>
        <p:nvPicPr>
          <p:cNvPr id="25" name="Graphic 33" descr="Head with gears">
            <a:extLst>
              <a:ext uri="{FF2B5EF4-FFF2-40B4-BE49-F238E27FC236}">
                <a16:creationId xmlns:a16="http://schemas.microsoft.com/office/drawing/2014/main" id="{27C05D7A-CE76-A24D-9EF2-02AEB87746D9}"/>
              </a:ext>
            </a:extLst>
          </p:cNvPr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264753" y="5627868"/>
            <a:ext cx="1156651" cy="1156651"/>
          </a:xfrm>
          <a:prstGeom prst="rect">
            <a:avLst/>
          </a:prstGeom>
        </p:spPr>
      </p:pic>
      <p:pic>
        <p:nvPicPr>
          <p:cNvPr id="26" name="Graphic 2" descr="Drawing compass">
            <a:extLst>
              <a:ext uri="{FF2B5EF4-FFF2-40B4-BE49-F238E27FC236}">
                <a16:creationId xmlns:a16="http://schemas.microsoft.com/office/drawing/2014/main" id="{A4E985D3-22BB-CF4C-A04D-E83F0820D49A}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1160667" y="3495651"/>
            <a:ext cx="914400" cy="914400"/>
          </a:xfrm>
          <a:prstGeom prst="rect">
            <a:avLst/>
          </a:prstGeom>
        </p:spPr>
      </p:pic>
      <p:pic>
        <p:nvPicPr>
          <p:cNvPr id="27" name="Graphic 35" descr="Thought bubble">
            <a:extLst>
              <a:ext uri="{FF2B5EF4-FFF2-40B4-BE49-F238E27FC236}">
                <a16:creationId xmlns:a16="http://schemas.microsoft.com/office/drawing/2014/main" id="{7442ADAD-1851-054C-B6BD-75345245D0AB}"/>
              </a:ext>
            </a:extLst>
          </p:cNvPr>
          <p:cNvPicPr>
            <a:picLocks noChangeAspect="1"/>
          </p:cNvPicPr>
          <p:nvPr userDrawn="1"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583678" y="4806710"/>
            <a:ext cx="914400" cy="914400"/>
          </a:xfrm>
          <a:prstGeom prst="rect">
            <a:avLst/>
          </a:prstGeom>
        </p:spPr>
      </p:pic>
      <p:pic>
        <p:nvPicPr>
          <p:cNvPr id="28" name="Graphic 37" descr="Speech">
            <a:extLst>
              <a:ext uri="{FF2B5EF4-FFF2-40B4-BE49-F238E27FC236}">
                <a16:creationId xmlns:a16="http://schemas.microsoft.com/office/drawing/2014/main" id="{BE2780E0-E0C6-074B-9AA0-A75E3DE92942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416761" y="3565706"/>
            <a:ext cx="914400" cy="914400"/>
          </a:xfrm>
          <a:prstGeom prst="rect">
            <a:avLst/>
          </a:prstGeom>
        </p:spPr>
      </p:pic>
      <p:pic>
        <p:nvPicPr>
          <p:cNvPr id="29" name="Graphic 39" descr="Atom">
            <a:extLst>
              <a:ext uri="{FF2B5EF4-FFF2-40B4-BE49-F238E27FC236}">
                <a16:creationId xmlns:a16="http://schemas.microsoft.com/office/drawing/2014/main" id="{BDBA72AA-3660-C543-8784-A9630CB04CDD}"/>
              </a:ext>
            </a:extLst>
          </p:cNvPr>
          <p:cNvPicPr>
            <a:picLocks noChangeAspect="1"/>
          </p:cNvPicPr>
          <p:nvPr userDrawn="1"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1064418" y="2505803"/>
            <a:ext cx="914400" cy="914400"/>
          </a:xfrm>
          <a:prstGeom prst="rect">
            <a:avLst/>
          </a:prstGeom>
        </p:spPr>
      </p:pic>
      <p:pic>
        <p:nvPicPr>
          <p:cNvPr id="30" name="Graphic 41" descr="Test tubes">
            <a:extLst>
              <a:ext uri="{FF2B5EF4-FFF2-40B4-BE49-F238E27FC236}">
                <a16:creationId xmlns:a16="http://schemas.microsoft.com/office/drawing/2014/main" id="{EE42C5C2-C3D4-BD4E-B7F0-C33001E2E5C8}"/>
              </a:ext>
            </a:extLst>
          </p:cNvPr>
          <p:cNvPicPr>
            <a:picLocks noChangeAspect="1"/>
          </p:cNvPicPr>
          <p:nvPr userDrawn="1"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146709" y="2962319"/>
            <a:ext cx="914400" cy="914400"/>
          </a:xfrm>
          <a:prstGeom prst="rect">
            <a:avLst/>
          </a:prstGeom>
        </p:spPr>
      </p:pic>
      <p:pic>
        <p:nvPicPr>
          <p:cNvPr id="31" name="Graphic 43" descr="Microscope">
            <a:extLst>
              <a:ext uri="{FF2B5EF4-FFF2-40B4-BE49-F238E27FC236}">
                <a16:creationId xmlns:a16="http://schemas.microsoft.com/office/drawing/2014/main" id="{02C32655-97BF-1E4E-BD81-F2C1CE94885F}"/>
              </a:ext>
            </a:extLst>
          </p:cNvPr>
          <p:cNvPicPr>
            <a:picLocks noChangeAspect="1"/>
          </p:cNvPicPr>
          <p:nvPr userDrawn="1"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992641" y="1386787"/>
            <a:ext cx="914400" cy="914400"/>
          </a:xfrm>
          <a:prstGeom prst="rect">
            <a:avLst/>
          </a:prstGeom>
        </p:spPr>
      </p:pic>
      <p:pic>
        <p:nvPicPr>
          <p:cNvPr id="32" name="Graphic 45" descr="Classroom">
            <a:extLst>
              <a:ext uri="{FF2B5EF4-FFF2-40B4-BE49-F238E27FC236}">
                <a16:creationId xmlns:a16="http://schemas.microsoft.com/office/drawing/2014/main" id="{40078F79-31AC-4948-8FF5-3ED90E65BD6E}"/>
              </a:ext>
            </a:extLst>
          </p:cNvPr>
          <p:cNvPicPr>
            <a:picLocks noChangeAspect="1"/>
          </p:cNvPicPr>
          <p:nvPr userDrawn="1"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985874" y="3683769"/>
            <a:ext cx="1186701" cy="1186701"/>
          </a:xfrm>
          <a:prstGeom prst="rect">
            <a:avLst/>
          </a:prstGeom>
        </p:spPr>
      </p:pic>
      <p:pic>
        <p:nvPicPr>
          <p:cNvPr id="33" name="Graphic 47" descr="Flask">
            <a:extLst>
              <a:ext uri="{FF2B5EF4-FFF2-40B4-BE49-F238E27FC236}">
                <a16:creationId xmlns:a16="http://schemas.microsoft.com/office/drawing/2014/main" id="{44AD63B0-2258-E147-B8B3-8591B8A3764D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626485" y="2432883"/>
            <a:ext cx="914400" cy="914400"/>
          </a:xfrm>
          <a:prstGeom prst="rect">
            <a:avLst/>
          </a:prstGeom>
        </p:spPr>
      </p:pic>
      <p:pic>
        <p:nvPicPr>
          <p:cNvPr id="34" name="Graphic 49" descr="Books">
            <a:extLst>
              <a:ext uri="{FF2B5EF4-FFF2-40B4-BE49-F238E27FC236}">
                <a16:creationId xmlns:a16="http://schemas.microsoft.com/office/drawing/2014/main" id="{DF9D6352-2CCC-1444-A834-B1A78E529506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8301109" y="1584531"/>
            <a:ext cx="914400" cy="914400"/>
          </a:xfrm>
          <a:prstGeom prst="rect">
            <a:avLst/>
          </a:prstGeom>
        </p:spPr>
      </p:pic>
      <p:pic>
        <p:nvPicPr>
          <p:cNvPr id="35" name="Graphic 51" descr="Graduation cap">
            <a:extLst>
              <a:ext uri="{FF2B5EF4-FFF2-40B4-BE49-F238E27FC236}">
                <a16:creationId xmlns:a16="http://schemas.microsoft.com/office/drawing/2014/main" id="{7863313B-2B16-3649-8E15-AE04C6A53ED0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9765965" y="3572690"/>
            <a:ext cx="914400" cy="914400"/>
          </a:xfrm>
          <a:prstGeom prst="rect">
            <a:avLst/>
          </a:prstGeom>
        </p:spPr>
      </p:pic>
      <p:pic>
        <p:nvPicPr>
          <p:cNvPr id="36" name="Graphic 53" descr="Diploma roll">
            <a:extLst>
              <a:ext uri="{FF2B5EF4-FFF2-40B4-BE49-F238E27FC236}">
                <a16:creationId xmlns:a16="http://schemas.microsoft.com/office/drawing/2014/main" id="{62F30BDA-DACD-BF42-8DE6-E499696F1E8A}"/>
              </a:ext>
            </a:extLst>
          </p:cNvPr>
          <p:cNvPicPr>
            <a:picLocks noChangeAspect="1"/>
          </p:cNvPicPr>
          <p:nvPr userDrawn="1"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350974" y="2662233"/>
            <a:ext cx="914400" cy="914400"/>
          </a:xfrm>
          <a:prstGeom prst="rect">
            <a:avLst/>
          </a:prstGeom>
        </p:spPr>
      </p:pic>
      <p:pic>
        <p:nvPicPr>
          <p:cNvPr id="37" name="Graphic 55" descr="Woman">
            <a:extLst>
              <a:ext uri="{FF2B5EF4-FFF2-40B4-BE49-F238E27FC236}">
                <a16:creationId xmlns:a16="http://schemas.microsoft.com/office/drawing/2014/main" id="{789C7B07-A7D3-834D-A66D-A93F7332C4C3}"/>
              </a:ext>
            </a:extLst>
          </p:cNvPr>
          <p:cNvPicPr>
            <a:picLocks noChangeAspect="1"/>
          </p:cNvPicPr>
          <p:nvPr userDrawn="1"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1143982" y="4599087"/>
            <a:ext cx="1028781" cy="1028781"/>
          </a:xfrm>
          <a:prstGeom prst="rect">
            <a:avLst/>
          </a:prstGeom>
        </p:spPr>
      </p:pic>
      <p:pic>
        <p:nvPicPr>
          <p:cNvPr id="38" name="Graphic 57" descr="Lightbulb and gear">
            <a:extLst>
              <a:ext uri="{FF2B5EF4-FFF2-40B4-BE49-F238E27FC236}">
                <a16:creationId xmlns:a16="http://schemas.microsoft.com/office/drawing/2014/main" id="{5D6F4F82-38DF-4D41-A105-5DA539A01E86}"/>
              </a:ext>
            </a:extLst>
          </p:cNvPr>
          <p:cNvPicPr>
            <a:picLocks noChangeAspect="1"/>
          </p:cNvPicPr>
          <p:nvPr userDrawn="1"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597798" y="1199387"/>
            <a:ext cx="914400" cy="914400"/>
          </a:xfrm>
          <a:prstGeom prst="rect">
            <a:avLst/>
          </a:prstGeom>
        </p:spPr>
      </p:pic>
      <p:pic>
        <p:nvPicPr>
          <p:cNvPr id="39" name="Graphic 40" descr="Line arrow: Straight">
            <a:extLst>
              <a:ext uri="{FF2B5EF4-FFF2-40B4-BE49-F238E27FC236}">
                <a16:creationId xmlns:a16="http://schemas.microsoft.com/office/drawing/2014/main" id="{7E5AE010-773F-2B43-B401-E57CCB5CD050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flipH="1" flipV="1">
            <a:off x="5660577" y="494011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E16DB-0F0F-994D-A403-C9AB95C3D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8" y="1104756"/>
            <a:ext cx="11798620" cy="7034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tabLst>
                <a:tab pos="525463" algn="l"/>
              </a:tabLst>
            </a:pPr>
            <a:r>
              <a:rPr lang="cs-CZ"/>
              <a:t>Kliknutím lze upravit styl.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09CB4-F383-0740-80DE-33C5455CE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088" y="1994170"/>
            <a:ext cx="11798620" cy="4182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CE389-49B8-6646-8E5E-600A967462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468" y="6356349"/>
            <a:ext cx="947170" cy="302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5C3DE"/>
                </a:solidFill>
              </a:defRPr>
            </a:lvl1pPr>
          </a:lstStyle>
          <a:p>
            <a:r>
              <a:rPr lang="cs-CZ"/>
              <a:t>11/04/2019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2F074-0271-8E4C-A0D5-4D84215F5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03505" y="6356351"/>
            <a:ext cx="10145949" cy="312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5C3DE"/>
                </a:solidFill>
              </a:defRPr>
            </a:lvl1pPr>
          </a:lstStyle>
          <a:p>
            <a:r>
              <a:rPr lang="cs-CZ"/>
              <a:t>Lukáš Janeček JAN0837, Tomáš Pernica PER0176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14753-7DC6-624B-84C7-488F2ABE6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8926" y="6356350"/>
            <a:ext cx="401782" cy="312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5C3DE"/>
                </a:solidFill>
              </a:defRPr>
            </a:lvl1pPr>
          </a:lstStyle>
          <a:p>
            <a:fld id="{E57EA1BE-92D9-9E4F-B3B9-F1A717F85676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7" name="Obrázek 16" descr="Obsah obrázku hodiny, objekt, zeď, interiér&#10;&#10;Popis byl vytvořen automaticky">
            <a:extLst>
              <a:ext uri="{FF2B5EF4-FFF2-40B4-BE49-F238E27FC236}">
                <a16:creationId xmlns:a16="http://schemas.microsoft.com/office/drawing/2014/main" id="{5CA00B4A-CF56-DD46-BDEA-778A8A4B833E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16468" y="227013"/>
            <a:ext cx="4775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26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9" r:id="rId2"/>
    <p:sldLayoutId id="2147483669" r:id="rId3"/>
    <p:sldLayoutId id="2147483670" r:id="rId4"/>
    <p:sldLayoutId id="2147483671" r:id="rId5"/>
    <p:sldLayoutId id="2147483672" r:id="rId6"/>
    <p:sldLayoutId id="2147483683" r:id="rId7"/>
    <p:sldLayoutId id="2147483685" r:id="rId8"/>
    <p:sldLayoutId id="2147483673" r:id="rId9"/>
    <p:sldLayoutId id="2147483674" r:id="rId10"/>
    <p:sldLayoutId id="2147483675" r:id="rId11"/>
    <p:sldLayoutId id="2147483676" r:id="rId12"/>
    <p:sldLayoutId id="2147483690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05C3DE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21" userDrawn="1">
          <p15:clr>
            <a:srgbClr val="F26B43"/>
          </p15:clr>
        </p15:guide>
        <p15:guide id="3" pos="7559" userDrawn="1">
          <p15:clr>
            <a:srgbClr val="F26B43"/>
          </p15:clr>
        </p15:guide>
        <p15:guide id="4" orient="horz" pos="686" userDrawn="1">
          <p15:clr>
            <a:srgbClr val="F26B43"/>
          </p15:clr>
        </p15:guide>
        <p15:guide id="5" orient="horz" pos="527" userDrawn="1">
          <p15:clr>
            <a:srgbClr val="F26B43"/>
          </p15:clr>
        </p15:guide>
        <p15:guide id="6" orient="horz" pos="1139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733" userDrawn="1">
          <p15:clr>
            <a:srgbClr val="F26B43"/>
          </p15:clr>
        </p15:guide>
        <p15:guide id="9" orient="horz" pos="3997" userDrawn="1">
          <p15:clr>
            <a:srgbClr val="F26B43"/>
          </p15:clr>
        </p15:guide>
        <p15:guide id="10" orient="horz" pos="3906" userDrawn="1">
          <p15:clr>
            <a:srgbClr val="F26B43"/>
          </p15:clr>
        </p15:guide>
        <p15:guide id="11" orient="horz" pos="4201" userDrawn="1">
          <p15:clr>
            <a:srgbClr val="F26B43"/>
          </p15:clr>
        </p15:guide>
        <p15:guide id="12" orient="horz" pos="119" userDrawn="1">
          <p15:clr>
            <a:srgbClr val="F26B43"/>
          </p15:clr>
        </p15:guide>
        <p15:guide id="13" pos="824" userDrawn="1">
          <p15:clr>
            <a:srgbClr val="F26B43"/>
          </p15:clr>
        </p15:guide>
        <p15:guide id="14" pos="7197" userDrawn="1">
          <p15:clr>
            <a:srgbClr val="F26B43"/>
          </p15:clr>
        </p15:guide>
        <p15:guide id="15" orient="horz" pos="1253" userDrawn="1">
          <p15:clr>
            <a:srgbClr val="F26B43"/>
          </p15:clr>
        </p15:guide>
        <p15:guide id="16" pos="3795" userDrawn="1">
          <p15:clr>
            <a:srgbClr val="F26B43"/>
          </p15:clr>
        </p15:guide>
        <p15:guide id="17" pos="3885" userDrawn="1">
          <p15:clr>
            <a:srgbClr val="F26B43"/>
          </p15:clr>
        </p15:guide>
        <p15:guide id="18" pos="7310" userDrawn="1">
          <p15:clr>
            <a:srgbClr val="F26B43"/>
          </p15:clr>
        </p15:guide>
        <p15:guide id="19" pos="3092" userDrawn="1">
          <p15:clr>
            <a:srgbClr val="F26B43"/>
          </p15:clr>
        </p15:guide>
        <p15:guide id="20" pos="30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C1E2A1-964A-F34C-B66D-B0320767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0</a:t>
            </a:fld>
            <a:endParaRPr lang="cs-CZ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28A07965-3B41-4CA2-88CB-8990FAE97BB1}"/>
              </a:ext>
            </a:extLst>
          </p:cNvPr>
          <p:cNvSpPr txBox="1"/>
          <p:nvPr/>
        </p:nvSpPr>
        <p:spPr>
          <a:xfrm>
            <a:off x="437498" y="976378"/>
            <a:ext cx="1106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cs-CZ" sz="1400"/>
            </a:br>
            <a:r>
              <a:rPr lang="cs-CZ"/>
              <a:t>Katedra kybernetiky a biomedicínského inženýrství, FEI, VSB-TUO</a:t>
            </a:r>
            <a:endParaRPr lang="cs-CZ" sz="120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74B918C-9EC9-439D-96AF-3843C0F6DB42}"/>
              </a:ext>
            </a:extLst>
          </p:cNvPr>
          <p:cNvSpPr/>
          <p:nvPr/>
        </p:nvSpPr>
        <p:spPr>
          <a:xfrm>
            <a:off x="1734830" y="2997945"/>
            <a:ext cx="8469248" cy="1261884"/>
          </a:xfrm>
          <a:prstGeom prst="rect">
            <a:avLst/>
          </a:prstGeom>
        </p:spPr>
        <p:txBody>
          <a:bodyPr wrap="square" lIns="91440" tIns="45720" rIns="91440" bIns="45720" anchor="b">
            <a:spAutoFit/>
          </a:bodyPr>
          <a:lstStyle/>
          <a:p>
            <a:pPr algn="ctr"/>
            <a:r>
              <a:rPr lang="cs-CZ" sz="2000">
                <a:latin typeface="Calibri"/>
                <a:ea typeface="Calibri"/>
                <a:cs typeface="Calibri"/>
              </a:rPr>
              <a:t>Průmyslová robotika II</a:t>
            </a:r>
          </a:p>
          <a:p>
            <a:pPr algn="ctr"/>
            <a:r>
              <a:rPr lang="cs-CZ" sz="2800" b="1">
                <a:solidFill>
                  <a:srgbClr val="05C3DE"/>
                </a:solidFill>
                <a:ea typeface="Calibri"/>
                <a:cs typeface="Calibri"/>
              </a:rPr>
              <a:t>Mobilní aplikace pro ovládání robota klavíristy</a:t>
            </a:r>
          </a:p>
          <a:p>
            <a:pPr algn="ctr"/>
            <a:endParaRPr lang="cs-CZ" sz="2800" b="1">
              <a:solidFill>
                <a:srgbClr val="05C3D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6B712B7-DD3B-7F5E-EF4C-DA40427AF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924" y="6356351"/>
            <a:ext cx="10145949" cy="312738"/>
          </a:xfrm>
        </p:spPr>
        <p:txBody>
          <a:bodyPr/>
          <a:lstStyle/>
          <a:p>
            <a:pPr algn="ctr"/>
            <a:r>
              <a:rPr lang="cs-CZ"/>
              <a:t>Lukáš Janeček JAN0837, Tomáš Pernica PER0176</a:t>
            </a:r>
          </a:p>
        </p:txBody>
      </p:sp>
    </p:spTree>
    <p:extLst>
      <p:ext uri="{BB962C8B-B14F-4D97-AF65-F5344CB8AC3E}">
        <p14:creationId xmlns:p14="http://schemas.microsoft.com/office/powerpoint/2010/main" val="33957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C1E2A1-964A-F34C-B66D-B0320767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1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74B918C-9EC9-439D-96AF-3843C0F6DB42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cs-CZ" sz="2600" b="1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Mobilní aplikace pro ovládání robota klavíristy</a:t>
            </a:r>
            <a:endParaRPr lang="en-US" sz="2600" b="1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E2BEBD07-ECB7-4336-B2E3-AC4F1D5BE053}"/>
              </a:ext>
            </a:extLst>
          </p:cNvPr>
          <p:cNvSpPr txBox="1"/>
          <p:nvPr/>
        </p:nvSpPr>
        <p:spPr>
          <a:xfrm>
            <a:off x="300790" y="1721419"/>
            <a:ext cx="62925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s-CZ"/>
              <a:t>Po připojení uživatele na síť robota je uživatel po načtení QR kódu schopen otevřít webové prostředí, přes které může manuálně ovládat stisknutí jednotlivých kláves robotem.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cs-CZ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cs-CZ"/>
          </a:p>
          <a:p>
            <a:pPr lvl="1"/>
            <a:endParaRPr lang="cs-CZ"/>
          </a:p>
          <a:p>
            <a:pPr lvl="1"/>
            <a:endParaRPr lang="cs-CZ"/>
          </a:p>
          <a:p>
            <a:endParaRPr lang="en-US"/>
          </a:p>
        </p:txBody>
      </p:sp>
      <p:pic>
        <p:nvPicPr>
          <p:cNvPr id="5" name="Obrázek 4" descr="Obsah obrázku text, stroj/přístroj, počítač, interiér&#10;&#10;Obsah generovaný pomocí AI může být nesprávný.">
            <a:extLst>
              <a:ext uri="{FF2B5EF4-FFF2-40B4-BE49-F238E27FC236}">
                <a16:creationId xmlns:a16="http://schemas.microsoft.com/office/drawing/2014/main" id="{A113F98A-8099-3B23-4EF4-0EF19140D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389" y="2875581"/>
            <a:ext cx="4205768" cy="3133652"/>
          </a:xfrm>
          <a:prstGeom prst="rect">
            <a:avLst/>
          </a:prstGeom>
        </p:spPr>
      </p:pic>
      <p:pic>
        <p:nvPicPr>
          <p:cNvPr id="3" name="Obrázek 2" descr="Obsah obrázku klavír, interiér, klávesnice, Klávesy&#10;&#10;Obsah generovaný pomocí AI může být nesprávný.">
            <a:extLst>
              <a:ext uri="{FF2B5EF4-FFF2-40B4-BE49-F238E27FC236}">
                <a16:creationId xmlns:a16="http://schemas.microsoft.com/office/drawing/2014/main" id="{153E2B9A-403A-EE34-20DE-2AC315308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084" y="1038096"/>
            <a:ext cx="3727637" cy="4951953"/>
          </a:xfrm>
          <a:prstGeom prst="rect">
            <a:avLst/>
          </a:prstGeom>
        </p:spPr>
      </p:pic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3E3BE49-ECF0-446A-1673-DA092A0B4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/>
              <a:t>Lukáš Janeček JAN0837, Tomáš Pernica PER0176</a:t>
            </a:r>
          </a:p>
        </p:txBody>
      </p:sp>
    </p:spTree>
    <p:extLst>
      <p:ext uri="{BB962C8B-B14F-4D97-AF65-F5344CB8AC3E}">
        <p14:creationId xmlns:p14="http://schemas.microsoft.com/office/powerpoint/2010/main" val="3559671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8B2E7-EF76-C4FE-7C27-59A22AA69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D4EFDB0-1C9E-351F-9A72-2D205F75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2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0C6C5FC2-163C-B831-6BED-A2A663A22FD1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cs-CZ" sz="2600" b="1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Blokové schéma</a:t>
            </a:r>
            <a:endParaRPr lang="en-US" sz="2600" b="1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12753375-9499-9FA7-9983-34D0D3C9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/>
              <a:t>Lukáš Janeček JAN0837, Tomáš Pernica PER0176</a:t>
            </a:r>
          </a:p>
        </p:txBody>
      </p:sp>
      <p:pic>
        <p:nvPicPr>
          <p:cNvPr id="4" name="Obrázek 3" descr="Obsah obrázku text, diagram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49CFF087-DC99-D008-07C2-5F7883795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505" y="1867647"/>
            <a:ext cx="9505950" cy="366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71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4BEFF-D012-5B7D-BCDC-8B2DCD0FF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183673C-83CD-0895-FDBA-0CFB253B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3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37957132-C107-F2F3-CEAD-5EF894E7CF3B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cs-CZ" sz="2600" b="1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Tok dat</a:t>
            </a:r>
            <a:endParaRPr lang="en-US" sz="2600" b="1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ED064C5D-E778-BCEF-95ED-113212B98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/>
              <a:t>Lukáš Janeček JAN0837, Tomáš Pernica PER0176</a:t>
            </a:r>
          </a:p>
        </p:txBody>
      </p:sp>
      <p:pic>
        <p:nvPicPr>
          <p:cNvPr id="5" name="Obrázek 4" descr="Obsah obrázku text, snímek obrazovky, řada/pruh, bílé&#10;&#10;Obsah generovaný pomocí AI může být nesprávný.">
            <a:extLst>
              <a:ext uri="{FF2B5EF4-FFF2-40B4-BE49-F238E27FC236}">
                <a16:creationId xmlns:a16="http://schemas.microsoft.com/office/drawing/2014/main" id="{F8278607-A398-8CA5-8549-E3D76AED6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96" y="2284967"/>
            <a:ext cx="11435407" cy="247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18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B099A-3380-76C2-1C15-DF9A513FD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A0D46E1-72C7-7DFC-0398-0F0F937B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4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7CCDE3D7-9645-61C8-9D1F-D31169815DC6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cs-CZ" sz="2600" b="1" err="1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</a:t>
            </a:r>
            <a:r>
              <a:rPr lang="cs-CZ" sz="2600" b="1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cs-CZ" sz="2600" b="1" err="1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</a:t>
            </a:r>
            <a:endParaRPr lang="en-US" sz="2600" b="1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Obrázek 2" descr="Obsah obrázku text, snímek obrazovky, design&#10;&#10;Obsah generovaný pomocí AI může být nesprávný.">
            <a:extLst>
              <a:ext uri="{FF2B5EF4-FFF2-40B4-BE49-F238E27FC236}">
                <a16:creationId xmlns:a16="http://schemas.microsoft.com/office/drawing/2014/main" id="{7F481BEB-045C-F95E-9D98-23036EC8CF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76" t="95" r="3688" b="167"/>
          <a:stretch>
            <a:fillRect/>
          </a:stretch>
        </p:blipFill>
        <p:spPr>
          <a:xfrm>
            <a:off x="6162012" y="4046836"/>
            <a:ext cx="4320279" cy="2056365"/>
          </a:xfrm>
          <a:prstGeom prst="rect">
            <a:avLst/>
          </a:prstGeom>
        </p:spPr>
      </p:pic>
      <p:pic>
        <p:nvPicPr>
          <p:cNvPr id="5" name="Obrázek 4" descr="Obsah obrázku text, snímek obrazovky, design&#10;&#10;Obsah generovaný pomocí AI může být nesprávný.">
            <a:extLst>
              <a:ext uri="{FF2B5EF4-FFF2-40B4-BE49-F238E27FC236}">
                <a16:creationId xmlns:a16="http://schemas.microsoft.com/office/drawing/2014/main" id="{AAFEDCF0-81B7-4F99-0BE0-6F99377DD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509" y="4044245"/>
            <a:ext cx="4455815" cy="2052508"/>
          </a:xfrm>
          <a:prstGeom prst="rect">
            <a:avLst/>
          </a:prstGeom>
        </p:spPr>
      </p:pic>
      <p:pic>
        <p:nvPicPr>
          <p:cNvPr id="10" name="Obrázek 9" descr="Obsah obrázku text, snímek obrazovky, design&#10;&#10;Obsah generovaný pomocí AI může být nesprávný.">
            <a:extLst>
              <a:ext uri="{FF2B5EF4-FFF2-40B4-BE49-F238E27FC236}">
                <a16:creationId xmlns:a16="http://schemas.microsoft.com/office/drawing/2014/main" id="{CE67294B-5A93-4A58-CB4A-B6F69C405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1441" y="1817596"/>
            <a:ext cx="4437571" cy="2028580"/>
          </a:xfrm>
          <a:prstGeom prst="rect">
            <a:avLst/>
          </a:prstGeom>
        </p:spPr>
      </p:pic>
      <p:pic>
        <p:nvPicPr>
          <p:cNvPr id="12" name="Obrázek 11" descr="Obsah obrázku text, snímek obrazovky, design&#10;&#10;Obsah generovaný pomocí AI může být nesprávný.">
            <a:extLst>
              <a:ext uri="{FF2B5EF4-FFF2-40B4-BE49-F238E27FC236}">
                <a16:creationId xmlns:a16="http://schemas.microsoft.com/office/drawing/2014/main" id="{56AD1449-3BD3-65E7-C927-ABE29C4F2C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5219" y="1825872"/>
            <a:ext cx="4301228" cy="2030961"/>
          </a:xfrm>
          <a:prstGeom prst="rect">
            <a:avLst/>
          </a:prstGeom>
        </p:spPr>
      </p:pic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1C4C061F-99B6-BF9D-9B58-34472B32D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3691" y="6356351"/>
            <a:ext cx="10145949" cy="312738"/>
          </a:xfrm>
        </p:spPr>
        <p:txBody>
          <a:bodyPr/>
          <a:lstStyle/>
          <a:p>
            <a:pPr algn="ctr"/>
            <a:r>
              <a:rPr lang="cs-CZ"/>
              <a:t>Lukáš Janeček JAN0837, Tomáš Pernica PER0176</a:t>
            </a:r>
          </a:p>
        </p:txBody>
      </p:sp>
    </p:spTree>
    <p:extLst>
      <p:ext uri="{BB962C8B-B14F-4D97-AF65-F5344CB8AC3E}">
        <p14:creationId xmlns:p14="http://schemas.microsoft.com/office/powerpoint/2010/main" val="903867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43602-12AD-BEFB-C508-D86DCC0F0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A5F32CC-7EAF-2BEB-396D-81CD4ACD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5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AB6AB11F-EA18-7279-5F1A-1197ABA53AFF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cs-CZ" sz="2600" b="1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Admin </a:t>
            </a:r>
            <a:r>
              <a:rPr lang="cs-CZ" sz="2600" b="1" err="1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</a:t>
            </a:r>
            <a:endParaRPr lang="en-US" sz="2600" b="1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Obrázek 3" descr="Obsah obrázku text, snímek obrazovky, Písmo, software&#10;&#10;Obsah generovaný pomocí AI může být nesprávný.">
            <a:extLst>
              <a:ext uri="{FF2B5EF4-FFF2-40B4-BE49-F238E27FC236}">
                <a16:creationId xmlns:a16="http://schemas.microsoft.com/office/drawing/2014/main" id="{C336D29A-AFE6-54BB-014D-AF0178C7A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511" y="2031195"/>
            <a:ext cx="6516063" cy="3122594"/>
          </a:xfrm>
          <a:prstGeom prst="rect">
            <a:avLst/>
          </a:prstGeom>
        </p:spPr>
      </p:pic>
      <p:pic>
        <p:nvPicPr>
          <p:cNvPr id="12" name="Obrázek 11" descr="Obsah obrázku text, snímek obrazovky, Písmo, řada/pruh&#10;&#10;Obsah generovaný pomocí AI může být nesprávný.">
            <a:extLst>
              <a:ext uri="{FF2B5EF4-FFF2-40B4-BE49-F238E27FC236}">
                <a16:creationId xmlns:a16="http://schemas.microsoft.com/office/drawing/2014/main" id="{64566037-6D0B-3B55-DD7F-7F15E20CB0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" t="2594" r="1165" b="2017"/>
          <a:stretch>
            <a:fillRect/>
          </a:stretch>
        </p:blipFill>
        <p:spPr>
          <a:xfrm>
            <a:off x="1499971" y="2578047"/>
            <a:ext cx="2577540" cy="1702344"/>
          </a:xfrm>
          <a:prstGeom prst="rect">
            <a:avLst/>
          </a:prstGeom>
        </p:spPr>
      </p:pic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AE60EB16-B26B-46BE-754A-33A507369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5877" y="6356351"/>
            <a:ext cx="10145949" cy="312738"/>
          </a:xfrm>
        </p:spPr>
        <p:txBody>
          <a:bodyPr/>
          <a:lstStyle/>
          <a:p>
            <a:pPr algn="ctr"/>
            <a:r>
              <a:rPr lang="cs-CZ"/>
              <a:t>Lukáš Janeček JAN0837, Tomáš Pernica PER0176</a:t>
            </a:r>
          </a:p>
        </p:txBody>
      </p:sp>
    </p:spTree>
    <p:extLst>
      <p:ext uri="{BB962C8B-B14F-4D97-AF65-F5344CB8AC3E}">
        <p14:creationId xmlns:p14="http://schemas.microsoft.com/office/powerpoint/2010/main" val="70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54DC0-80F4-6F55-E4BE-9F1F00AA3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45C6353-5B4B-7B67-88AF-1EB779CD7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6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BF7023EE-1C0F-559E-235F-F942D095E3A7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lIns="91440" tIns="45720" rIns="91440" bIns="45720" anchor="b">
            <a:spAutoFit/>
          </a:bodyPr>
          <a:lstStyle/>
          <a:p>
            <a:r>
              <a:rPr lang="cs-CZ" sz="2600" b="1">
                <a:solidFill>
                  <a:srgbClr val="05C3DE"/>
                </a:solidFill>
                <a:latin typeface="Calibri"/>
                <a:ea typeface="Calibri"/>
                <a:cs typeface="Calibri"/>
              </a:rPr>
              <a:t>Piano </a:t>
            </a:r>
            <a:r>
              <a:rPr lang="cs-CZ" sz="2600" b="1" err="1">
                <a:solidFill>
                  <a:srgbClr val="05C3DE"/>
                </a:solidFill>
                <a:latin typeface="Calibri"/>
                <a:ea typeface="Calibri"/>
                <a:cs typeface="Calibri"/>
              </a:rPr>
              <a:t>page</a:t>
            </a:r>
            <a:endParaRPr lang="en-US" sz="2600" b="1" err="1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Obrázek 2" descr="Obsah obrázku klavír, Klávesy, text, hudební nástroj&#10;&#10;Obsah generovaný pomocí AI může být nesprávný.">
            <a:extLst>
              <a:ext uri="{FF2B5EF4-FFF2-40B4-BE49-F238E27FC236}">
                <a16:creationId xmlns:a16="http://schemas.microsoft.com/office/drawing/2014/main" id="{0E74E0ED-AE12-758F-43F3-4496A6D10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432" y="2027804"/>
            <a:ext cx="8629136" cy="3996877"/>
          </a:xfrm>
          <a:prstGeom prst="rect">
            <a:avLst/>
          </a:prstGeom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3987CD6-19CC-D0E4-5A92-264AA17F5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9086" y="6356351"/>
            <a:ext cx="10145949" cy="312738"/>
          </a:xfrm>
        </p:spPr>
        <p:txBody>
          <a:bodyPr/>
          <a:lstStyle/>
          <a:p>
            <a:pPr algn="ctr"/>
            <a:r>
              <a:rPr lang="cs-CZ"/>
              <a:t>Lukáš Janeček JAN0837, Tomáš Pernica PER0176</a:t>
            </a:r>
          </a:p>
        </p:txBody>
      </p:sp>
    </p:spTree>
    <p:extLst>
      <p:ext uri="{BB962C8B-B14F-4D97-AF65-F5344CB8AC3E}">
        <p14:creationId xmlns:p14="http://schemas.microsoft.com/office/powerpoint/2010/main" val="3509203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EFAEE-2F33-74D2-45D1-4A8BBEA9D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CF95B13-A477-7EE0-CC44-15A5184A9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7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034464F7-368F-B881-4B37-91F6570B3328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lIns="91440" tIns="45720" rIns="91440" bIns="45720" anchor="b">
            <a:spAutoFit/>
          </a:bodyPr>
          <a:lstStyle/>
          <a:p>
            <a:r>
              <a:rPr lang="cs-CZ" sz="2600" b="1">
                <a:solidFill>
                  <a:srgbClr val="05C3DE"/>
                </a:solidFill>
                <a:latin typeface="Calibri"/>
                <a:ea typeface="Calibri"/>
                <a:cs typeface="Calibri"/>
              </a:rPr>
              <a:t>Skladby </a:t>
            </a:r>
            <a:r>
              <a:rPr lang="cs-CZ" sz="2600" b="1" err="1">
                <a:solidFill>
                  <a:srgbClr val="05C3DE"/>
                </a:solidFill>
                <a:latin typeface="Calibri"/>
                <a:ea typeface="Calibri"/>
                <a:cs typeface="Calibri"/>
              </a:rPr>
              <a:t>page</a:t>
            </a:r>
            <a:endParaRPr lang="cs-CZ" sz="2600" b="1" err="1">
              <a:solidFill>
                <a:srgbClr val="05C3DE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2" name="Obrázek 1" descr="Obsah obrázku text, snímek obrazovky&#10;&#10;Obsah generovaný pomocí AI může být nesprávný.">
            <a:extLst>
              <a:ext uri="{FF2B5EF4-FFF2-40B4-BE49-F238E27FC236}">
                <a16:creationId xmlns:a16="http://schemas.microsoft.com/office/drawing/2014/main" id="{9DD47DF9-745D-160A-E0FE-DFBF5D8F6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422" y="2099629"/>
            <a:ext cx="7979703" cy="3823037"/>
          </a:xfrm>
          <a:prstGeom prst="rect">
            <a:avLst/>
          </a:prstGeom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0B11900-E1FB-E94A-A93E-FE0A2A6D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9086" y="6356351"/>
            <a:ext cx="10145949" cy="312738"/>
          </a:xfrm>
        </p:spPr>
        <p:txBody>
          <a:bodyPr/>
          <a:lstStyle/>
          <a:p>
            <a:pPr algn="ctr"/>
            <a:r>
              <a:rPr lang="cs-CZ"/>
              <a:t>Lukáš Janeček JAN0837, Tomáš Pernica PER0176</a:t>
            </a:r>
          </a:p>
        </p:txBody>
      </p:sp>
    </p:spTree>
    <p:extLst>
      <p:ext uri="{BB962C8B-B14F-4D97-AF65-F5344CB8AC3E}">
        <p14:creationId xmlns:p14="http://schemas.microsoft.com/office/powerpoint/2010/main" val="1649869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C1E2A1-964A-F34C-B66D-B0320767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8</a:t>
            </a:fld>
            <a:endParaRPr lang="cs-CZ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E2BEBD07-ECB7-4336-B2E3-AC4F1D5BE053}"/>
              </a:ext>
            </a:extLst>
          </p:cNvPr>
          <p:cNvSpPr txBox="1"/>
          <p:nvPr/>
        </p:nvSpPr>
        <p:spPr>
          <a:xfrm>
            <a:off x="216468" y="3070825"/>
            <a:ext cx="11650992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cs-CZ" sz="4400"/>
              <a:t>Děkujeme za pozornost</a:t>
            </a:r>
          </a:p>
          <a:p>
            <a:endParaRPr lang="cs-CZ"/>
          </a:p>
          <a:p>
            <a:endParaRPr 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D4E41DB-35E5-1592-FE16-40952C462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3803" y="6356351"/>
            <a:ext cx="10145949" cy="312738"/>
          </a:xfrm>
        </p:spPr>
        <p:txBody>
          <a:bodyPr/>
          <a:lstStyle/>
          <a:p>
            <a:pPr algn="ctr"/>
            <a:r>
              <a:rPr lang="cs-CZ"/>
              <a:t>Lukáš Janeček JAN0837, Tomáš Pernica PER0176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2970F317-B7B1-23B3-5CD0-7310B8706639}"/>
              </a:ext>
            </a:extLst>
          </p:cNvPr>
          <p:cNvSpPr/>
          <p:nvPr/>
        </p:nvSpPr>
        <p:spPr>
          <a:xfrm>
            <a:off x="1782159" y="1189970"/>
            <a:ext cx="8469248" cy="1261884"/>
          </a:xfrm>
          <a:prstGeom prst="rect">
            <a:avLst/>
          </a:prstGeom>
        </p:spPr>
        <p:txBody>
          <a:bodyPr wrap="square" lIns="91440" tIns="45720" rIns="91440" bIns="45720" anchor="b">
            <a:spAutoFit/>
          </a:bodyPr>
          <a:lstStyle/>
          <a:p>
            <a:pPr algn="ctr"/>
            <a:r>
              <a:rPr lang="cs-CZ" sz="2000" dirty="0">
                <a:latin typeface="Calibri"/>
                <a:ea typeface="Calibri"/>
                <a:cs typeface="Calibri"/>
              </a:rPr>
              <a:t>Průmyslová robotika II</a:t>
            </a:r>
          </a:p>
          <a:p>
            <a:pPr algn="ctr"/>
            <a:r>
              <a:rPr lang="cs-CZ" sz="2800" b="1" dirty="0">
                <a:solidFill>
                  <a:srgbClr val="05C3DE"/>
                </a:solidFill>
                <a:ea typeface="Calibri"/>
                <a:cs typeface="Calibri"/>
              </a:rPr>
              <a:t>Mobilní aplikace pro ovládání robota klavíristy</a:t>
            </a:r>
          </a:p>
          <a:p>
            <a:pPr algn="ctr"/>
            <a:endParaRPr lang="cs-CZ" sz="2800" b="1" dirty="0">
              <a:solidFill>
                <a:srgbClr val="05C3D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738559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S" id="{9D2C78AB-A455-E741-85CA-C11055A2E6DB}" vid="{95D3B5E3-3CBF-A545-94D4-D2BA6EC21C9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754e598-d92b-432a-bfc7-587b8d54ca5c" xsi:nil="true"/>
    <lcf76f155ced4ddcb4097134ff3c332f xmlns="27a2ce00-e365-4280-9079-57f3c403b5f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F35B7C6428F3942BC985A28E33CC377" ma:contentTypeVersion="12" ma:contentTypeDescription="Vytvoří nový dokument" ma:contentTypeScope="" ma:versionID="1afc9a6ff6065f56f3161a2df7ee6220">
  <xsd:schema xmlns:xsd="http://www.w3.org/2001/XMLSchema" xmlns:xs="http://www.w3.org/2001/XMLSchema" xmlns:p="http://schemas.microsoft.com/office/2006/metadata/properties" xmlns:ns2="27a2ce00-e365-4280-9079-57f3c403b5f2" xmlns:ns3="0754e598-d92b-432a-bfc7-587b8d54ca5c" targetNamespace="http://schemas.microsoft.com/office/2006/metadata/properties" ma:root="true" ma:fieldsID="90d022d625bb7b410754c8122c9f4c1b" ns2:_="" ns3:_="">
    <xsd:import namespace="27a2ce00-e365-4280-9079-57f3c403b5f2"/>
    <xsd:import namespace="0754e598-d92b-432a-bfc7-587b8d54ca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a2ce00-e365-4280-9079-57f3c403b5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Značky obrázků" ma:readOnly="false" ma:fieldId="{5cf76f15-5ced-4ddc-b409-7134ff3c332f}" ma:taxonomyMulti="true" ma:sspId="42107113-769a-4d15-b935-6d8bd9557b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54e598-d92b-432a-bfc7-587b8d54ca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71fc4c-5cdc-4974-9914-c68f1f75d5b5}" ma:internalName="TaxCatchAll" ma:showField="CatchAllData" ma:web="0754e598-d92b-432a-bfc7-587b8d54ca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9FA0CE-644E-40E6-9102-403F8243864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FE7B15-C92F-4F49-81F1-7267B0A36542}">
  <ds:schemaRefs>
    <ds:schemaRef ds:uri="0754e598-d92b-432a-bfc7-587b8d54ca5c"/>
    <ds:schemaRef ds:uri="27a2ce00-e365-4280-9079-57f3c403b5f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EA4D693-89AB-422F-A6EA-69D9907BA899}">
  <ds:schemaRefs>
    <ds:schemaRef ds:uri="0754e598-d92b-432a-bfc7-587b8d54ca5c"/>
    <ds:schemaRef ds:uri="27a2ce00-e365-4280-9079-57f3c403b5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1_Custom Design</Template>
  <TotalTime>25</TotalTime>
  <Words>157</Words>
  <Application>Microsoft Office PowerPoint</Application>
  <PresentationFormat>Širokoúhlá obrazovka</PresentationFormat>
  <Paragraphs>44</Paragraphs>
  <Slides>9</Slides>
  <Notes>9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2" baseType="lpstr">
      <vt:lpstr>Arial</vt:lpstr>
      <vt:lpstr>Calibri</vt:lpstr>
      <vt:lpstr>1_Custom Design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Ziovsky Argir</dc:creator>
  <cp:lastModifiedBy>Lukáš Janeček</cp:lastModifiedBy>
  <cp:revision>1</cp:revision>
  <dcterms:created xsi:type="dcterms:W3CDTF">2019-09-01T08:00:02Z</dcterms:created>
  <dcterms:modified xsi:type="dcterms:W3CDTF">2025-12-07T18:27:40Z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0x0101009F35B7C6428F3942BC985A28E33CC377</vt:lpwstr>
  </property>
  <property fmtid="{D5CDD505-2E9C-101B-9397-08002B2CF9AE}" pid="3" name="MediaServiceImageTags">
    <vt:lpwstr/>
  </property>
</Properties>
</file>