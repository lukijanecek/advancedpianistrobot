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67" r:id="rId4"/>
  </p:sldMasterIdLst>
  <p:notesMasterIdLst>
    <p:notesMasterId r:id="rId14"/>
  </p:notesMasterIdLst>
  <p:handoutMasterIdLst>
    <p:handoutMasterId r:id="rId15"/>
  </p:handoutMasterIdLst>
  <p:sldIdLst>
    <p:sldId id="312" r:id="rId5"/>
    <p:sldId id="301" r:id="rId6"/>
    <p:sldId id="307" r:id="rId7"/>
    <p:sldId id="309" r:id="rId8"/>
    <p:sldId id="308" r:id="rId9"/>
    <p:sldId id="311" r:id="rId10"/>
    <p:sldId id="310" r:id="rId11"/>
    <p:sldId id="313" r:id="rId12"/>
    <p:sldId id="306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ovsky Argir" initials="ZA" lastIdx="1" clrIdx="0">
    <p:extLst>
      <p:ext uri="{19B8F6BF-5375-455C-9EA6-DF929625EA0E}">
        <p15:presenceInfo xmlns:p15="http://schemas.microsoft.com/office/powerpoint/2012/main" userId="S::zio001@vsb.cz::1dc56a10-5d08-49ef-933a-90ca63c0e9b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C3DE"/>
    <a:srgbClr val="0047BB"/>
    <a:srgbClr val="FFB81C"/>
    <a:srgbClr val="E4002B"/>
    <a:srgbClr val="43B02A"/>
    <a:srgbClr val="00A499"/>
    <a:srgbClr val="FF8200"/>
    <a:srgbClr val="8246AF"/>
    <a:srgbClr val="818386"/>
    <a:srgbClr val="A28E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C3B2B1-59C9-C047-0AE4-CBAD6B14ED77}" v="6" dt="2025-12-11T07:59:56.6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37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tišek Kaštovský" userId="2b523f1976b1bec3" providerId="Windows Live" clId="Web-{20F6276A-5F37-E066-D770-420C375857ED}"/>
    <pc:docChg chg="modSld">
      <pc:chgData name="František Kaštovský" userId="2b523f1976b1bec3" providerId="Windows Live" clId="Web-{20F6276A-5F37-E066-D770-420C375857ED}" dt="2025-12-07T21:13:40.044" v="74" actId="20577"/>
      <pc:docMkLst>
        <pc:docMk/>
      </pc:docMkLst>
      <pc:sldChg chg="addSp delSp modSp">
        <pc:chgData name="František Kaštovský" userId="2b523f1976b1bec3" providerId="Windows Live" clId="Web-{20F6276A-5F37-E066-D770-420C375857ED}" dt="2025-12-07T17:26:33.202" v="20" actId="1076"/>
        <pc:sldMkLst>
          <pc:docMk/>
          <pc:sldMk cId="1506160734" sldId="308"/>
        </pc:sldMkLst>
        <pc:spChg chg="del mod">
          <ac:chgData name="František Kaštovský" userId="2b523f1976b1bec3" providerId="Windows Live" clId="Web-{20F6276A-5F37-E066-D770-420C375857ED}" dt="2025-12-07T17:24:51.404" v="4"/>
          <ac:spMkLst>
            <pc:docMk/>
            <pc:sldMk cId="1506160734" sldId="308"/>
            <ac:spMk id="8" creationId="{602B7FCA-62B3-1BD1-314A-08A79CBAE4BA}"/>
          </ac:spMkLst>
        </pc:spChg>
        <pc:picChg chg="add del mod">
          <ac:chgData name="František Kaštovský" userId="2b523f1976b1bec3" providerId="Windows Live" clId="Web-{20F6276A-5F37-E066-D770-420C375857ED}" dt="2025-12-07T17:25:35.530" v="8"/>
          <ac:picMkLst>
            <pc:docMk/>
            <pc:sldMk cId="1506160734" sldId="308"/>
            <ac:picMk id="2" creationId="{5B252B16-BA83-1F9B-4D15-0C931E05B5B2}"/>
          </ac:picMkLst>
        </pc:picChg>
        <pc:picChg chg="add del mod">
          <ac:chgData name="František Kaštovský" userId="2b523f1976b1bec3" providerId="Windows Live" clId="Web-{20F6276A-5F37-E066-D770-420C375857ED}" dt="2025-12-07T17:26:14.436" v="15"/>
          <ac:picMkLst>
            <pc:docMk/>
            <pc:sldMk cId="1506160734" sldId="308"/>
            <ac:picMk id="3" creationId="{85C4EAB8-E401-8686-5833-5CBD366F4CCC}"/>
          </ac:picMkLst>
        </pc:picChg>
        <pc:picChg chg="add mod">
          <ac:chgData name="František Kaštovský" userId="2b523f1976b1bec3" providerId="Windows Live" clId="Web-{20F6276A-5F37-E066-D770-420C375857ED}" dt="2025-12-07T17:26:33.202" v="20" actId="1076"/>
          <ac:picMkLst>
            <pc:docMk/>
            <pc:sldMk cId="1506160734" sldId="308"/>
            <ac:picMk id="4" creationId="{7523FBAE-C264-C5B6-BE49-8881703CF633}"/>
          </ac:picMkLst>
        </pc:picChg>
      </pc:sldChg>
      <pc:sldChg chg="modSp">
        <pc:chgData name="František Kaštovský" userId="2b523f1976b1bec3" providerId="Windows Live" clId="Web-{20F6276A-5F37-E066-D770-420C375857ED}" dt="2025-12-07T21:13:40.044" v="74" actId="20577"/>
        <pc:sldMkLst>
          <pc:docMk/>
          <pc:sldMk cId="2336095609" sldId="312"/>
        </pc:sldMkLst>
        <pc:spChg chg="mod">
          <ac:chgData name="František Kaštovský" userId="2b523f1976b1bec3" providerId="Windows Live" clId="Web-{20F6276A-5F37-E066-D770-420C375857ED}" dt="2025-12-07T21:13:40.044" v="74" actId="20577"/>
          <ac:spMkLst>
            <pc:docMk/>
            <pc:sldMk cId="2336095609" sldId="312"/>
            <ac:spMk id="3" creationId="{C6B712B7-DD3B-7F5E-EF4C-DA40427AF282}"/>
          </ac:spMkLst>
        </pc:spChg>
      </pc:sldChg>
    </pc:docChg>
  </pc:docChgLst>
  <pc:docChgLst>
    <pc:chgData name="Tom P" userId="8ff300c24627993a" providerId="Windows Live" clId="Web-{7216695D-AE9E-BBB9-9549-4B43363A244B}"/>
    <pc:docChg chg="modSld">
      <pc:chgData name="Tom P" userId="8ff300c24627993a" providerId="Windows Live" clId="Web-{7216695D-AE9E-BBB9-9549-4B43363A244B}" dt="2025-12-07T18:29:15.568" v="24" actId="1076"/>
      <pc:docMkLst>
        <pc:docMk/>
      </pc:docMkLst>
      <pc:sldChg chg="modSp">
        <pc:chgData name="Tom P" userId="8ff300c24627993a" providerId="Windows Live" clId="Web-{7216695D-AE9E-BBB9-9549-4B43363A244B}" dt="2025-12-07T18:29:15.568" v="24" actId="1076"/>
        <pc:sldMkLst>
          <pc:docMk/>
          <pc:sldMk cId="18970805" sldId="313"/>
        </pc:sldMkLst>
        <pc:picChg chg="mod">
          <ac:chgData name="Tom P" userId="8ff300c24627993a" providerId="Windows Live" clId="Web-{7216695D-AE9E-BBB9-9549-4B43363A244B}" dt="2025-12-07T18:29:13.475" v="22" actId="1076"/>
          <ac:picMkLst>
            <pc:docMk/>
            <pc:sldMk cId="18970805" sldId="313"/>
            <ac:picMk id="3" creationId="{C35F405F-6241-E74F-5B6B-7BE75567CD0F}"/>
          </ac:picMkLst>
        </pc:picChg>
        <pc:picChg chg="mod">
          <ac:chgData name="Tom P" userId="8ff300c24627993a" providerId="Windows Live" clId="Web-{7216695D-AE9E-BBB9-9549-4B43363A244B}" dt="2025-12-07T18:29:15.568" v="24" actId="1076"/>
          <ac:picMkLst>
            <pc:docMk/>
            <pc:sldMk cId="18970805" sldId="313"/>
            <ac:picMk id="5" creationId="{13A73D18-142A-9EEC-E443-1FE7FE4C392C}"/>
          </ac:picMkLst>
        </pc:picChg>
        <pc:picChg chg="mod">
          <ac:chgData name="Tom P" userId="8ff300c24627993a" providerId="Windows Live" clId="Web-{7216695D-AE9E-BBB9-9549-4B43363A244B}" dt="2025-12-07T18:29:14.584" v="23" actId="1076"/>
          <ac:picMkLst>
            <pc:docMk/>
            <pc:sldMk cId="18970805" sldId="313"/>
            <ac:picMk id="10" creationId="{F45CDD2E-3065-A06C-3D7E-DB0568BB043A}"/>
          </ac:picMkLst>
        </pc:picChg>
      </pc:sldChg>
    </pc:docChg>
  </pc:docChgLst>
  <pc:docChgLst>
    <pc:chgData name="Dalibor Slíva" userId="f4cbcbb17030af56" providerId="LiveId" clId="{A9B31D62-BECF-4472-BA94-427087ABD23D}"/>
    <pc:docChg chg="custSel addSld delSld modSld">
      <pc:chgData name="Dalibor Slíva" userId="f4cbcbb17030af56" providerId="LiveId" clId="{A9B31D62-BECF-4472-BA94-427087ABD23D}" dt="2025-12-07T20:58:15.248" v="175" actId="20577"/>
      <pc:docMkLst>
        <pc:docMk/>
      </pc:docMkLst>
      <pc:sldChg chg="del">
        <pc:chgData name="Dalibor Slíva" userId="f4cbcbb17030af56" providerId="LiveId" clId="{A9B31D62-BECF-4472-BA94-427087ABD23D}" dt="2025-12-07T11:01:54.824" v="53" actId="47"/>
        <pc:sldMkLst>
          <pc:docMk/>
          <pc:sldMk cId="339575001" sldId="275"/>
        </pc:sldMkLst>
      </pc:sldChg>
      <pc:sldChg chg="modSp mod">
        <pc:chgData name="Dalibor Slíva" userId="f4cbcbb17030af56" providerId="LiveId" clId="{A9B31D62-BECF-4472-BA94-427087ABD23D}" dt="2025-12-07T11:02:16.823" v="57" actId="20577"/>
        <pc:sldMkLst>
          <pc:docMk/>
          <pc:sldMk cId="3559671594" sldId="301"/>
        </pc:sldMkLst>
        <pc:spChg chg="mod">
          <ac:chgData name="Dalibor Slíva" userId="f4cbcbb17030af56" providerId="LiveId" clId="{A9B31D62-BECF-4472-BA94-427087ABD23D}" dt="2025-12-07T11:02:16.823" v="57" actId="20577"/>
          <ac:spMkLst>
            <pc:docMk/>
            <pc:sldMk cId="3559671594" sldId="301"/>
            <ac:spMk id="8" creationId="{E2BEBD07-ECB7-4336-B2E3-AC4F1D5BE053}"/>
          </ac:spMkLst>
        </pc:spChg>
      </pc:sldChg>
      <pc:sldChg chg="modSp mod">
        <pc:chgData name="Dalibor Slíva" userId="f4cbcbb17030af56" providerId="LiveId" clId="{A9B31D62-BECF-4472-BA94-427087ABD23D}" dt="2025-12-07T19:05:31.641" v="147" actId="20577"/>
        <pc:sldMkLst>
          <pc:docMk/>
          <pc:sldMk cId="2147738559" sldId="306"/>
        </pc:sldMkLst>
        <pc:spChg chg="mod">
          <ac:chgData name="Dalibor Slíva" userId="f4cbcbb17030af56" providerId="LiveId" clId="{A9B31D62-BECF-4472-BA94-427087ABD23D}" dt="2025-12-07T19:05:31.641" v="147" actId="20577"/>
          <ac:spMkLst>
            <pc:docMk/>
            <pc:sldMk cId="2147738559" sldId="306"/>
            <ac:spMk id="8" creationId="{E2BEBD07-ECB7-4336-B2E3-AC4F1D5BE053}"/>
          </ac:spMkLst>
        </pc:spChg>
      </pc:sldChg>
      <pc:sldChg chg="addSp delSp modSp mod">
        <pc:chgData name="Dalibor Slíva" userId="f4cbcbb17030af56" providerId="LiveId" clId="{A9B31D62-BECF-4472-BA94-427087ABD23D}" dt="2025-12-07T14:01:41.980" v="137" actId="1076"/>
        <pc:sldMkLst>
          <pc:docMk/>
          <pc:sldMk cId="968490030" sldId="307"/>
        </pc:sldMkLst>
        <pc:graphicFrameChg chg="add del mod">
          <ac:chgData name="Dalibor Slíva" userId="f4cbcbb17030af56" providerId="LiveId" clId="{A9B31D62-BECF-4472-BA94-427087ABD23D}" dt="2025-12-07T14:01:36.361" v="133" actId="478"/>
          <ac:graphicFrameMkLst>
            <pc:docMk/>
            <pc:sldMk cId="968490030" sldId="307"/>
            <ac:graphicFrameMk id="9" creationId="{C676A4AD-1658-1876-F536-2F0C3270C446}"/>
          </ac:graphicFrameMkLst>
        </pc:graphicFrameChg>
        <pc:picChg chg="del">
          <ac:chgData name="Dalibor Slíva" userId="f4cbcbb17030af56" providerId="LiveId" clId="{A9B31D62-BECF-4472-BA94-427087ABD23D}" dt="2025-12-07T11:13:33.087" v="114" actId="478"/>
          <ac:picMkLst>
            <pc:docMk/>
            <pc:sldMk cId="968490030" sldId="307"/>
            <ac:picMk id="3" creationId="{FADAFB80-26A9-3F75-9334-EF2D40E3B038}"/>
          </ac:picMkLst>
        </pc:picChg>
        <pc:picChg chg="add del mod">
          <ac:chgData name="Dalibor Slíva" userId="f4cbcbb17030af56" providerId="LiveId" clId="{A9B31D62-BECF-4472-BA94-427087ABD23D}" dt="2025-12-07T14:01:22.437" v="130" actId="478"/>
          <ac:picMkLst>
            <pc:docMk/>
            <pc:sldMk cId="968490030" sldId="307"/>
            <ac:picMk id="4" creationId="{3CB6AF81-671D-01B4-0EA5-74A15376C096}"/>
          </ac:picMkLst>
        </pc:picChg>
        <pc:picChg chg="add mod">
          <ac:chgData name="Dalibor Slíva" userId="f4cbcbb17030af56" providerId="LiveId" clId="{A9B31D62-BECF-4472-BA94-427087ABD23D}" dt="2025-12-07T14:01:41.980" v="137" actId="1076"/>
          <ac:picMkLst>
            <pc:docMk/>
            <pc:sldMk cId="968490030" sldId="307"/>
            <ac:picMk id="8" creationId="{1C54AF60-4FA0-13B1-3494-F843E4C4F45D}"/>
          </ac:picMkLst>
        </pc:picChg>
      </pc:sldChg>
      <pc:sldChg chg="addSp delSp modSp mod">
        <pc:chgData name="Dalibor Slíva" userId="f4cbcbb17030af56" providerId="LiveId" clId="{A9B31D62-BECF-4472-BA94-427087ABD23D}" dt="2025-12-07T20:58:15.248" v="175" actId="20577"/>
        <pc:sldMkLst>
          <pc:docMk/>
          <pc:sldMk cId="455878832" sldId="309"/>
        </pc:sldMkLst>
        <pc:spChg chg="mod">
          <ac:chgData name="Dalibor Slíva" userId="f4cbcbb17030af56" providerId="LiveId" clId="{A9B31D62-BECF-4472-BA94-427087ABD23D}" dt="2025-12-07T20:58:15.248" v="175" actId="20577"/>
          <ac:spMkLst>
            <pc:docMk/>
            <pc:sldMk cId="455878832" sldId="309"/>
            <ac:spMk id="7" creationId="{3EE09D5F-CE69-4C1E-5594-E636F3B4D031}"/>
          </ac:spMkLst>
        </pc:spChg>
        <pc:picChg chg="add mod">
          <ac:chgData name="Dalibor Slíva" userId="f4cbcbb17030af56" providerId="LiveId" clId="{A9B31D62-BECF-4472-BA94-427087ABD23D}" dt="2025-12-07T11:13:30.907" v="113" actId="1076"/>
          <ac:picMkLst>
            <pc:docMk/>
            <pc:sldMk cId="455878832" sldId="309"/>
            <ac:picMk id="3" creationId="{9E624B44-7949-A6F1-E9A5-E7A1FC7D0C50}"/>
          </ac:picMkLst>
        </pc:picChg>
        <pc:picChg chg="del">
          <ac:chgData name="Dalibor Slíva" userId="f4cbcbb17030af56" providerId="LiveId" clId="{A9B31D62-BECF-4472-BA94-427087ABD23D}" dt="2025-12-07T11:13:21.559" v="107" actId="478"/>
          <ac:picMkLst>
            <pc:docMk/>
            <pc:sldMk cId="455878832" sldId="309"/>
            <ac:picMk id="4" creationId="{C1710054-F009-29AF-A422-3CCC3A3EB7B5}"/>
          </ac:picMkLst>
        </pc:picChg>
      </pc:sldChg>
      <pc:sldChg chg="addSp modSp mod">
        <pc:chgData name="Dalibor Slíva" userId="f4cbcbb17030af56" providerId="LiveId" clId="{A9B31D62-BECF-4472-BA94-427087ABD23D}" dt="2025-12-07T18:46:14.435" v="143" actId="1076"/>
        <pc:sldMkLst>
          <pc:docMk/>
          <pc:sldMk cId="455328599" sldId="311"/>
        </pc:sldMkLst>
        <pc:picChg chg="add mod">
          <ac:chgData name="Dalibor Slíva" userId="f4cbcbb17030af56" providerId="LiveId" clId="{A9B31D62-BECF-4472-BA94-427087ABD23D}" dt="2025-12-07T18:46:14.435" v="143" actId="1076"/>
          <ac:picMkLst>
            <pc:docMk/>
            <pc:sldMk cId="455328599" sldId="311"/>
            <ac:picMk id="15" creationId="{9F69EF5C-5401-EBBA-0A35-60112BD7D008}"/>
          </ac:picMkLst>
        </pc:picChg>
      </pc:sldChg>
      <pc:sldChg chg="modSp add mod">
        <pc:chgData name="Dalibor Slíva" userId="f4cbcbb17030af56" providerId="LiveId" clId="{A9B31D62-BECF-4472-BA94-427087ABD23D}" dt="2025-12-07T11:01:51.268" v="52" actId="20577"/>
        <pc:sldMkLst>
          <pc:docMk/>
          <pc:sldMk cId="2336095609" sldId="312"/>
        </pc:sldMkLst>
        <pc:spChg chg="mod">
          <ac:chgData name="Dalibor Slíva" userId="f4cbcbb17030af56" providerId="LiveId" clId="{A9B31D62-BECF-4472-BA94-427087ABD23D}" dt="2025-12-07T11:01:51.268" v="52" actId="20577"/>
          <ac:spMkLst>
            <pc:docMk/>
            <pc:sldMk cId="2336095609" sldId="312"/>
            <ac:spMk id="7" creationId="{D74B918C-9EC9-439D-96AF-3843C0F6DB42}"/>
          </ac:spMkLst>
        </pc:spChg>
      </pc:sldChg>
      <pc:sldChg chg="add del">
        <pc:chgData name="Dalibor Slíva" userId="f4cbcbb17030af56" providerId="LiveId" clId="{A9B31D62-BECF-4472-BA94-427087ABD23D}" dt="2025-12-07T11:01:05.895" v="2"/>
        <pc:sldMkLst>
          <pc:docMk/>
          <pc:sldMk cId="2709768949" sldId="313"/>
        </pc:sldMkLst>
      </pc:sldChg>
    </pc:docChg>
  </pc:docChgLst>
  <pc:docChgLst>
    <pc:chgData name="Lukáš Janeček" userId="4d3891cd0004a97d" providerId="LiveId" clId="{4FF87B74-573D-481C-9A51-79F62192958B}"/>
    <pc:docChg chg="undo custSel addSld modSld sldOrd">
      <pc:chgData name="Lukáš Janeček" userId="4d3891cd0004a97d" providerId="LiveId" clId="{4FF87B74-573D-481C-9A51-79F62192958B}" dt="2025-12-07T21:08:41.532" v="450" actId="1076"/>
      <pc:docMkLst>
        <pc:docMk/>
      </pc:docMkLst>
      <pc:sldChg chg="addSp delSp modSp mod">
        <pc:chgData name="Lukáš Janeček" userId="4d3891cd0004a97d" providerId="LiveId" clId="{4FF87B74-573D-481C-9A51-79F62192958B}" dt="2025-12-06T23:19:07.595" v="217" actId="14100"/>
        <pc:sldMkLst>
          <pc:docMk/>
          <pc:sldMk cId="3559671594" sldId="301"/>
        </pc:sldMkLst>
        <pc:spChg chg="mod">
          <ac:chgData name="Lukáš Janeček" userId="4d3891cd0004a97d" providerId="LiveId" clId="{4FF87B74-573D-481C-9A51-79F62192958B}" dt="2025-12-06T17:41:24.158" v="81" actId="20577"/>
          <ac:spMkLst>
            <pc:docMk/>
            <pc:sldMk cId="3559671594" sldId="301"/>
            <ac:spMk id="7" creationId="{D74B918C-9EC9-439D-96AF-3843C0F6DB42}"/>
          </ac:spMkLst>
        </pc:spChg>
        <pc:spChg chg="mod">
          <ac:chgData name="Lukáš Janeček" userId="4d3891cd0004a97d" providerId="LiveId" clId="{4FF87B74-573D-481C-9A51-79F62192958B}" dt="2025-12-06T17:41:41.063" v="88" actId="14100"/>
          <ac:spMkLst>
            <pc:docMk/>
            <pc:sldMk cId="3559671594" sldId="301"/>
            <ac:spMk id="8" creationId="{E2BEBD07-ECB7-4336-B2E3-AC4F1D5BE053}"/>
          </ac:spMkLst>
        </pc:spChg>
        <pc:picChg chg="del">
          <ac:chgData name="Lukáš Janeček" userId="4d3891cd0004a97d" providerId="LiveId" clId="{4FF87B74-573D-481C-9A51-79F62192958B}" dt="2025-12-06T23:17:36.142" v="149" actId="478"/>
          <ac:picMkLst>
            <pc:docMk/>
            <pc:sldMk cId="3559671594" sldId="301"/>
            <ac:picMk id="2" creationId="{C048C658-A296-F4BF-D81A-5E47EE7426FD}"/>
          </ac:picMkLst>
        </pc:picChg>
        <pc:picChg chg="add del mod">
          <ac:chgData name="Lukáš Janeček" userId="4d3891cd0004a97d" providerId="LiveId" clId="{4FF87B74-573D-481C-9A51-79F62192958B}" dt="2025-12-06T23:18:37.238" v="210" actId="478"/>
          <ac:picMkLst>
            <pc:docMk/>
            <pc:sldMk cId="3559671594" sldId="301"/>
            <ac:picMk id="4" creationId="{10685BF8-678E-0EA1-3434-9800DD3E6539}"/>
          </ac:picMkLst>
        </pc:picChg>
        <pc:picChg chg="add mod">
          <ac:chgData name="Lukáš Janeček" userId="4d3891cd0004a97d" providerId="LiveId" clId="{4FF87B74-573D-481C-9A51-79F62192958B}" dt="2025-12-06T23:19:07.595" v="217" actId="14100"/>
          <ac:picMkLst>
            <pc:docMk/>
            <pc:sldMk cId="3559671594" sldId="301"/>
            <ac:picMk id="9" creationId="{9115E2EE-1777-58BA-1316-7062009277D8}"/>
          </ac:picMkLst>
        </pc:picChg>
      </pc:sldChg>
      <pc:sldChg chg="addSp delSp modSp mod">
        <pc:chgData name="Lukáš Janeček" userId="4d3891cd0004a97d" providerId="LiveId" clId="{4FF87B74-573D-481C-9A51-79F62192958B}" dt="2025-12-07T18:03:45.240" v="395" actId="20577"/>
        <pc:sldMkLst>
          <pc:docMk/>
          <pc:sldMk cId="2147738559" sldId="306"/>
        </pc:sldMkLst>
        <pc:spChg chg="add mod">
          <ac:chgData name="Lukáš Janeček" userId="4d3891cd0004a97d" providerId="LiveId" clId="{4FF87B74-573D-481C-9A51-79F62192958B}" dt="2025-12-07T18:03:45.240" v="395" actId="20577"/>
          <ac:spMkLst>
            <pc:docMk/>
            <pc:sldMk cId="2147738559" sldId="306"/>
            <ac:spMk id="2" creationId="{B2D5EB5A-A948-6E47-4013-5B624C88A3E7}"/>
          </ac:spMkLst>
        </pc:spChg>
        <pc:spChg chg="del">
          <ac:chgData name="Lukáš Janeček" userId="4d3891cd0004a97d" providerId="LiveId" clId="{4FF87B74-573D-481C-9A51-79F62192958B}" dt="2025-12-07T18:03:18.734" v="317" actId="478"/>
          <ac:spMkLst>
            <pc:docMk/>
            <pc:sldMk cId="2147738559" sldId="306"/>
            <ac:spMk id="7" creationId="{D74B918C-9EC9-439D-96AF-3843C0F6DB42}"/>
          </ac:spMkLst>
        </pc:spChg>
      </pc:sldChg>
      <pc:sldChg chg="addSp delSp modSp add mod">
        <pc:chgData name="Lukáš Janeček" userId="4d3891cd0004a97d" providerId="LiveId" clId="{4FF87B74-573D-481C-9A51-79F62192958B}" dt="2025-12-06T20:29:19.698" v="127" actId="478"/>
        <pc:sldMkLst>
          <pc:docMk/>
          <pc:sldMk cId="968490030" sldId="307"/>
        </pc:sldMkLst>
        <pc:spChg chg="mod">
          <ac:chgData name="Lukáš Janeček" userId="4d3891cd0004a97d" providerId="LiveId" clId="{4FF87B74-573D-481C-9A51-79F62192958B}" dt="2025-12-06T17:42:09.008" v="118" actId="20577"/>
          <ac:spMkLst>
            <pc:docMk/>
            <pc:sldMk cId="968490030" sldId="307"/>
            <ac:spMk id="7" creationId="{ECE51C27-BBE1-3969-573E-B92065244056}"/>
          </ac:spMkLst>
        </pc:spChg>
        <pc:spChg chg="del">
          <ac:chgData name="Lukáš Janeček" userId="4d3891cd0004a97d" providerId="LiveId" clId="{4FF87B74-573D-481C-9A51-79F62192958B}" dt="2025-12-06T20:29:13.284" v="125" actId="478"/>
          <ac:spMkLst>
            <pc:docMk/>
            <pc:sldMk cId="968490030" sldId="307"/>
            <ac:spMk id="8" creationId="{79BE6975-CC7A-8267-68F0-85ABFB5B779C}"/>
          </ac:spMkLst>
        </pc:spChg>
        <pc:picChg chg="del">
          <ac:chgData name="Lukáš Janeček" userId="4d3891cd0004a97d" providerId="LiveId" clId="{4FF87B74-573D-481C-9A51-79F62192958B}" dt="2025-12-06T17:42:12.915" v="119" actId="478"/>
          <ac:picMkLst>
            <pc:docMk/>
            <pc:sldMk cId="968490030" sldId="307"/>
            <ac:picMk id="2" creationId="{8C80E41A-9DCB-6D3F-BCC7-01A862839CF2}"/>
          </ac:picMkLst>
        </pc:picChg>
        <pc:picChg chg="add mod">
          <ac:chgData name="Lukáš Janeček" userId="4d3891cd0004a97d" providerId="LiveId" clId="{4FF87B74-573D-481C-9A51-79F62192958B}" dt="2025-12-06T17:42:59.700" v="124" actId="1076"/>
          <ac:picMkLst>
            <pc:docMk/>
            <pc:sldMk cId="968490030" sldId="307"/>
            <ac:picMk id="3" creationId="{FADAFB80-26A9-3F75-9334-EF2D40E3B038}"/>
          </ac:picMkLst>
        </pc:picChg>
        <pc:picChg chg="add del mod">
          <ac:chgData name="Lukáš Janeček" userId="4d3891cd0004a97d" providerId="LiveId" clId="{4FF87B74-573D-481C-9A51-79F62192958B}" dt="2025-12-06T20:29:19.698" v="127" actId="478"/>
          <ac:picMkLst>
            <pc:docMk/>
            <pc:sldMk cId="968490030" sldId="307"/>
            <ac:picMk id="4" creationId="{1635CF3A-0B16-B396-D027-F6E421386B7D}"/>
          </ac:picMkLst>
        </pc:picChg>
      </pc:sldChg>
      <pc:sldChg chg="delSp modSp add mod">
        <pc:chgData name="Lukáš Janeček" userId="4d3891cd0004a97d" providerId="LiveId" clId="{4FF87B74-573D-481C-9A51-79F62192958B}" dt="2025-12-06T23:17:49.398" v="186" actId="478"/>
        <pc:sldMkLst>
          <pc:docMk/>
          <pc:sldMk cId="1506160734" sldId="308"/>
        </pc:sldMkLst>
        <pc:spChg chg="mod">
          <ac:chgData name="Lukáš Janeček" userId="4d3891cd0004a97d" providerId="LiveId" clId="{4FF87B74-573D-481C-9A51-79F62192958B}" dt="2025-12-06T23:17:46.678" v="185" actId="20577"/>
          <ac:spMkLst>
            <pc:docMk/>
            <pc:sldMk cId="1506160734" sldId="308"/>
            <ac:spMk id="7" creationId="{1A4E8CE7-F4E4-4765-CEF5-800E80CF8C44}"/>
          </ac:spMkLst>
        </pc:spChg>
        <pc:picChg chg="del">
          <ac:chgData name="Lukáš Janeček" userId="4d3891cd0004a97d" providerId="LiveId" clId="{4FF87B74-573D-481C-9A51-79F62192958B}" dt="2025-12-06T23:17:49.398" v="186" actId="478"/>
          <ac:picMkLst>
            <pc:docMk/>
            <pc:sldMk cId="1506160734" sldId="308"/>
            <ac:picMk id="2" creationId="{59B5433E-1299-EA06-872D-E2282C52B70F}"/>
          </ac:picMkLst>
        </pc:picChg>
      </pc:sldChg>
      <pc:sldChg chg="addSp delSp modSp add mod">
        <pc:chgData name="Lukáš Janeček" userId="4d3891cd0004a97d" providerId="LiveId" clId="{4FF87B74-573D-481C-9A51-79F62192958B}" dt="2025-12-06T20:29:54.423" v="148" actId="1076"/>
        <pc:sldMkLst>
          <pc:docMk/>
          <pc:sldMk cId="455878832" sldId="309"/>
        </pc:sldMkLst>
        <pc:spChg chg="mod">
          <ac:chgData name="Lukáš Janeček" userId="4d3891cd0004a97d" providerId="LiveId" clId="{4FF87B74-573D-481C-9A51-79F62192958B}" dt="2025-12-06T20:29:26.778" v="142" actId="20577"/>
          <ac:spMkLst>
            <pc:docMk/>
            <pc:sldMk cId="455878832" sldId="309"/>
            <ac:spMk id="7" creationId="{3EE09D5F-CE69-4C1E-5594-E636F3B4D031}"/>
          </ac:spMkLst>
        </pc:spChg>
        <pc:picChg chg="del">
          <ac:chgData name="Lukáš Janeček" userId="4d3891cd0004a97d" providerId="LiveId" clId="{4FF87B74-573D-481C-9A51-79F62192958B}" dt="2025-12-06T20:29:28.069" v="143" actId="478"/>
          <ac:picMkLst>
            <pc:docMk/>
            <pc:sldMk cId="455878832" sldId="309"/>
            <ac:picMk id="3" creationId="{0567C4FE-E9D3-E706-A083-C114E9CDE1B3}"/>
          </ac:picMkLst>
        </pc:picChg>
        <pc:picChg chg="add mod">
          <ac:chgData name="Lukáš Janeček" userId="4d3891cd0004a97d" providerId="LiveId" clId="{4FF87B74-573D-481C-9A51-79F62192958B}" dt="2025-12-06T20:29:54.423" v="148" actId="1076"/>
          <ac:picMkLst>
            <pc:docMk/>
            <pc:sldMk cId="455878832" sldId="309"/>
            <ac:picMk id="4" creationId="{C1710054-F009-29AF-A422-3CCC3A3EB7B5}"/>
          </ac:picMkLst>
        </pc:picChg>
      </pc:sldChg>
      <pc:sldChg chg="addSp delSp modSp add mod">
        <pc:chgData name="Lukáš Janeček" userId="4d3891cd0004a97d" providerId="LiveId" clId="{4FF87B74-573D-481C-9A51-79F62192958B}" dt="2025-12-07T18:30:18.313" v="448" actId="14100"/>
        <pc:sldMkLst>
          <pc:docMk/>
          <pc:sldMk cId="1140969552" sldId="310"/>
        </pc:sldMkLst>
        <pc:spChg chg="mod">
          <ac:chgData name="Lukáš Janeček" userId="4d3891cd0004a97d" providerId="LiveId" clId="{4FF87B74-573D-481C-9A51-79F62192958B}" dt="2025-12-06T23:20:34.078" v="236" actId="20577"/>
          <ac:spMkLst>
            <pc:docMk/>
            <pc:sldMk cId="1140969552" sldId="310"/>
            <ac:spMk id="7" creationId="{F3F7FA90-F41B-91C0-9364-60936126949C}"/>
          </ac:spMkLst>
        </pc:spChg>
        <pc:picChg chg="add mod">
          <ac:chgData name="Lukáš Janeček" userId="4d3891cd0004a97d" providerId="LiveId" clId="{4FF87B74-573D-481C-9A51-79F62192958B}" dt="2025-12-07T18:29:28.380" v="426" actId="1076"/>
          <ac:picMkLst>
            <pc:docMk/>
            <pc:sldMk cId="1140969552" sldId="310"/>
            <ac:picMk id="2" creationId="{3DB34116-1C8D-8A24-50AC-EA8E06F899C6}"/>
          </ac:picMkLst>
        </pc:picChg>
        <pc:picChg chg="add mod">
          <ac:chgData name="Lukáš Janeček" userId="4d3891cd0004a97d" providerId="LiveId" clId="{4FF87B74-573D-481C-9A51-79F62192958B}" dt="2025-12-07T18:30:18.313" v="448" actId="14100"/>
          <ac:picMkLst>
            <pc:docMk/>
            <pc:sldMk cId="1140969552" sldId="310"/>
            <ac:picMk id="4" creationId="{C0D3A627-0A00-0DC9-7A43-46634359E0D6}"/>
          </ac:picMkLst>
        </pc:picChg>
        <pc:picChg chg="add mod">
          <ac:chgData name="Lukáš Janeček" userId="4d3891cd0004a97d" providerId="LiveId" clId="{4FF87B74-573D-481C-9A51-79F62192958B}" dt="2025-12-07T18:30:13.066" v="446" actId="14100"/>
          <ac:picMkLst>
            <pc:docMk/>
            <pc:sldMk cId="1140969552" sldId="310"/>
            <ac:picMk id="9" creationId="{88DA9548-4E64-303B-68C6-DE60C3FEECA4}"/>
          </ac:picMkLst>
        </pc:picChg>
        <pc:picChg chg="add del mod">
          <ac:chgData name="Lukáš Janeček" userId="4d3891cd0004a97d" providerId="LiveId" clId="{4FF87B74-573D-481C-9A51-79F62192958B}" dt="2025-12-07T18:29:52.647" v="438" actId="478"/>
          <ac:picMkLst>
            <pc:docMk/>
            <pc:sldMk cId="1140969552" sldId="310"/>
            <ac:picMk id="11" creationId="{11E166D3-D828-1E8E-E7A5-1A1DBF6553E7}"/>
          </ac:picMkLst>
        </pc:picChg>
      </pc:sldChg>
      <pc:sldChg chg="addSp delSp modSp add mod">
        <pc:chgData name="Lukáš Janeček" userId="4d3891cd0004a97d" providerId="LiveId" clId="{4FF87B74-573D-481C-9A51-79F62192958B}" dt="2025-12-07T17:54:49.675" v="297" actId="1076"/>
        <pc:sldMkLst>
          <pc:docMk/>
          <pc:sldMk cId="455328599" sldId="311"/>
        </pc:sldMkLst>
        <pc:spChg chg="mod">
          <ac:chgData name="Lukáš Janeček" userId="4d3891cd0004a97d" providerId="LiveId" clId="{4FF87B74-573D-481C-9A51-79F62192958B}" dt="2025-12-06T23:20:23.799" v="231" actId="20577"/>
          <ac:spMkLst>
            <pc:docMk/>
            <pc:sldMk cId="455328599" sldId="311"/>
            <ac:spMk id="7" creationId="{BC1987F6-2568-29D9-E3D5-E7A21ACE4677}"/>
          </ac:spMkLst>
        </pc:spChg>
        <pc:spChg chg="del">
          <ac:chgData name="Lukáš Janeček" userId="4d3891cd0004a97d" providerId="LiveId" clId="{4FF87B74-573D-481C-9A51-79F62192958B}" dt="2025-12-07T17:53:28.477" v="264" actId="478"/>
          <ac:spMkLst>
            <pc:docMk/>
            <pc:sldMk cId="455328599" sldId="311"/>
            <ac:spMk id="8" creationId="{E2F73324-D770-AC88-92B5-755C87D7C6FE}"/>
          </ac:spMkLst>
        </pc:spChg>
        <pc:picChg chg="add mod">
          <ac:chgData name="Lukáš Janeček" userId="4d3891cd0004a97d" providerId="LiveId" clId="{4FF87B74-573D-481C-9A51-79F62192958B}" dt="2025-12-07T17:53:58.512" v="275" actId="1076"/>
          <ac:picMkLst>
            <pc:docMk/>
            <pc:sldMk cId="455328599" sldId="311"/>
            <ac:picMk id="2" creationId="{A2592E6D-D47B-10C6-24FA-86D1712606F8}"/>
          </ac:picMkLst>
        </pc:picChg>
        <pc:picChg chg="add mod">
          <ac:chgData name="Lukáš Janeček" userId="4d3891cd0004a97d" providerId="LiveId" clId="{4FF87B74-573D-481C-9A51-79F62192958B}" dt="2025-12-07T17:54:20.461" v="284" actId="1076"/>
          <ac:picMkLst>
            <pc:docMk/>
            <pc:sldMk cId="455328599" sldId="311"/>
            <ac:picMk id="3" creationId="{9390F779-0317-0EAA-4B18-A59365E6D4E1}"/>
          </ac:picMkLst>
        </pc:picChg>
        <pc:picChg chg="add mod">
          <ac:chgData name="Lukáš Janeček" userId="4d3891cd0004a97d" providerId="LiveId" clId="{4FF87B74-573D-481C-9A51-79F62192958B}" dt="2025-12-07T17:54:32.251" v="290" actId="1076"/>
          <ac:picMkLst>
            <pc:docMk/>
            <pc:sldMk cId="455328599" sldId="311"/>
            <ac:picMk id="4" creationId="{DDBDB4B1-7C95-D886-359A-B6CB74B70004}"/>
          </ac:picMkLst>
        </pc:picChg>
        <pc:picChg chg="add mod">
          <ac:chgData name="Lukáš Janeček" userId="4d3891cd0004a97d" providerId="LiveId" clId="{4FF87B74-573D-481C-9A51-79F62192958B}" dt="2025-12-07T17:53:59.761" v="276" actId="1076"/>
          <ac:picMkLst>
            <pc:docMk/>
            <pc:sldMk cId="455328599" sldId="311"/>
            <ac:picMk id="5" creationId="{F8494A3A-69B9-63D8-C15D-7A3BAC32BF4C}"/>
          </ac:picMkLst>
        </pc:picChg>
        <pc:picChg chg="add mod">
          <ac:chgData name="Lukáš Janeček" userId="4d3891cd0004a97d" providerId="LiveId" clId="{4FF87B74-573D-481C-9A51-79F62192958B}" dt="2025-12-07T17:54:18.657" v="283" actId="1076"/>
          <ac:picMkLst>
            <pc:docMk/>
            <pc:sldMk cId="455328599" sldId="311"/>
            <ac:picMk id="9" creationId="{2AB5178A-2E53-E781-640C-B57059068B3B}"/>
          </ac:picMkLst>
        </pc:picChg>
        <pc:picChg chg="add mod">
          <ac:chgData name="Lukáš Janeček" userId="4d3891cd0004a97d" providerId="LiveId" clId="{4FF87B74-573D-481C-9A51-79F62192958B}" dt="2025-12-07T17:54:16.541" v="282" actId="1076"/>
          <ac:picMkLst>
            <pc:docMk/>
            <pc:sldMk cId="455328599" sldId="311"/>
            <ac:picMk id="10" creationId="{FCCDC207-B4BD-F01C-AC0D-A83716868F8B}"/>
          </ac:picMkLst>
        </pc:picChg>
        <pc:picChg chg="add mod ord">
          <ac:chgData name="Lukáš Janeček" userId="4d3891cd0004a97d" providerId="LiveId" clId="{4FF87B74-573D-481C-9A51-79F62192958B}" dt="2025-12-07T17:54:49.675" v="297" actId="1076"/>
          <ac:picMkLst>
            <pc:docMk/>
            <pc:sldMk cId="455328599" sldId="311"/>
            <ac:picMk id="11" creationId="{C5DCE505-EEFB-9FA9-32FB-3A0ADEEC58D4}"/>
          </ac:picMkLst>
        </pc:picChg>
        <pc:picChg chg="add mod">
          <ac:chgData name="Lukáš Janeček" userId="4d3891cd0004a97d" providerId="LiveId" clId="{4FF87B74-573D-481C-9A51-79F62192958B}" dt="2025-12-07T17:54:40.822" v="294" actId="1076"/>
          <ac:picMkLst>
            <pc:docMk/>
            <pc:sldMk cId="455328599" sldId="311"/>
            <ac:picMk id="12" creationId="{D1FF158E-6BDF-411C-E0B7-7457DBD4BC5A}"/>
          </ac:picMkLst>
        </pc:picChg>
        <pc:picChg chg="add mod">
          <ac:chgData name="Lukáš Janeček" userId="4d3891cd0004a97d" providerId="LiveId" clId="{4FF87B74-573D-481C-9A51-79F62192958B}" dt="2025-12-07T17:53:29.643" v="265" actId="1076"/>
          <ac:picMkLst>
            <pc:docMk/>
            <pc:sldMk cId="455328599" sldId="311"/>
            <ac:picMk id="13" creationId="{C82403DC-1FE8-E626-A410-143AF4E153C2}"/>
          </ac:picMkLst>
        </pc:picChg>
      </pc:sldChg>
      <pc:sldChg chg="modSp mod">
        <pc:chgData name="Lukáš Janeček" userId="4d3891cd0004a97d" providerId="LiveId" clId="{4FF87B74-573D-481C-9A51-79F62192958B}" dt="2025-12-07T21:08:41.532" v="450" actId="1076"/>
        <pc:sldMkLst>
          <pc:docMk/>
          <pc:sldMk cId="2336095609" sldId="312"/>
        </pc:sldMkLst>
        <pc:spChg chg="mod">
          <ac:chgData name="Lukáš Janeček" userId="4d3891cd0004a97d" providerId="LiveId" clId="{4FF87B74-573D-481C-9A51-79F62192958B}" dt="2025-12-07T21:08:41.532" v="450" actId="1076"/>
          <ac:spMkLst>
            <pc:docMk/>
            <pc:sldMk cId="2336095609" sldId="312"/>
            <ac:spMk id="3" creationId="{C6B712B7-DD3B-7F5E-EF4C-DA40427AF282}"/>
          </ac:spMkLst>
        </pc:spChg>
      </pc:sldChg>
      <pc:sldChg chg="addSp delSp modSp add mod ord">
        <pc:chgData name="Lukáš Janeček" userId="4d3891cd0004a97d" providerId="LiveId" clId="{4FF87B74-573D-481C-9A51-79F62192958B}" dt="2025-12-07T18:28:22.189" v="425" actId="1076"/>
        <pc:sldMkLst>
          <pc:docMk/>
          <pc:sldMk cId="18970805" sldId="313"/>
        </pc:sldMkLst>
        <pc:spChg chg="mod">
          <ac:chgData name="Lukáš Janeček" userId="4d3891cd0004a97d" providerId="LiveId" clId="{4FF87B74-573D-481C-9A51-79F62192958B}" dt="2025-12-07T18:03:00.947" v="314" actId="20577"/>
          <ac:spMkLst>
            <pc:docMk/>
            <pc:sldMk cId="18970805" sldId="313"/>
            <ac:spMk id="7" creationId="{A3E4BB11-18C6-869B-04AE-DE3DB5549CBA}"/>
          </ac:spMkLst>
        </pc:spChg>
        <pc:spChg chg="del">
          <ac:chgData name="Lukáš Janeček" userId="4d3891cd0004a97d" providerId="LiveId" clId="{4FF87B74-573D-481C-9A51-79F62192958B}" dt="2025-12-07T18:03:03.781" v="315" actId="478"/>
          <ac:spMkLst>
            <pc:docMk/>
            <pc:sldMk cId="18970805" sldId="313"/>
            <ac:spMk id="8" creationId="{A5DE2F9A-0928-2763-DEAA-D685FDACEBF0}"/>
          </ac:spMkLst>
        </pc:spChg>
        <pc:picChg chg="add mod">
          <ac:chgData name="Lukáš Janeček" userId="4d3891cd0004a97d" providerId="LiveId" clId="{4FF87B74-573D-481C-9A51-79F62192958B}" dt="2025-12-07T18:28:19.800" v="424" actId="1076"/>
          <ac:picMkLst>
            <pc:docMk/>
            <pc:sldMk cId="18970805" sldId="313"/>
            <ac:picMk id="3" creationId="{C35F405F-6241-E74F-5B6B-7BE75567CD0F}"/>
          </ac:picMkLst>
        </pc:picChg>
        <pc:picChg chg="add mod">
          <ac:chgData name="Lukáš Janeček" userId="4d3891cd0004a97d" providerId="LiveId" clId="{4FF87B74-573D-481C-9A51-79F62192958B}" dt="2025-12-07T18:28:14.917" v="423" actId="14100"/>
          <ac:picMkLst>
            <pc:docMk/>
            <pc:sldMk cId="18970805" sldId="313"/>
            <ac:picMk id="5" creationId="{13A73D18-142A-9EEC-E443-1FE7FE4C392C}"/>
          </ac:picMkLst>
        </pc:picChg>
        <pc:picChg chg="add mod">
          <ac:chgData name="Lukáš Janeček" userId="4d3891cd0004a97d" providerId="LiveId" clId="{4FF87B74-573D-481C-9A51-79F62192958B}" dt="2025-12-07T18:28:22.189" v="425" actId="1076"/>
          <ac:picMkLst>
            <pc:docMk/>
            <pc:sldMk cId="18970805" sldId="313"/>
            <ac:picMk id="10" creationId="{F45CDD2E-3065-A06C-3D7E-DB0568BB043A}"/>
          </ac:picMkLst>
        </pc:picChg>
      </pc:sldChg>
    </pc:docChg>
  </pc:docChgLst>
  <pc:docChgLst>
    <pc:chgData name="Jan Besta" userId="55af61c2e86790fb" providerId="Windows Live" clId="Web-{41C3B2B1-59C9-C047-0AE4-CBAD6B14ED77}"/>
    <pc:docChg chg="modSld">
      <pc:chgData name="Jan Besta" userId="55af61c2e86790fb" providerId="Windows Live" clId="Web-{41C3B2B1-59C9-C047-0AE4-CBAD6B14ED77}" dt="2025-12-11T07:59:56.653" v="5" actId="1076"/>
      <pc:docMkLst>
        <pc:docMk/>
      </pc:docMkLst>
      <pc:sldChg chg="modSp">
        <pc:chgData name="Jan Besta" userId="55af61c2e86790fb" providerId="Windows Live" clId="Web-{41C3B2B1-59C9-C047-0AE4-CBAD6B14ED77}" dt="2025-12-11T07:59:56.653" v="5" actId="1076"/>
        <pc:sldMkLst>
          <pc:docMk/>
          <pc:sldMk cId="1140969552" sldId="310"/>
        </pc:sldMkLst>
        <pc:picChg chg="mod">
          <ac:chgData name="Jan Besta" userId="55af61c2e86790fb" providerId="Windows Live" clId="Web-{41C3B2B1-59C9-C047-0AE4-CBAD6B14ED77}" dt="2025-12-11T07:56:40.608" v="3" actId="1076"/>
          <ac:picMkLst>
            <pc:docMk/>
            <pc:sldMk cId="1140969552" sldId="310"/>
            <ac:picMk id="4" creationId="{C0D3A627-0A00-0DC9-7A43-46634359E0D6}"/>
          </ac:picMkLst>
        </pc:picChg>
        <pc:picChg chg="mod">
          <ac:chgData name="Jan Besta" userId="55af61c2e86790fb" providerId="Windows Live" clId="Web-{41C3B2B1-59C9-C047-0AE4-CBAD6B14ED77}" dt="2025-12-11T07:59:56.653" v="5" actId="1076"/>
          <ac:picMkLst>
            <pc:docMk/>
            <pc:sldMk cId="1140969552" sldId="310"/>
            <ac:picMk id="5" creationId="{A7F30E9D-9728-A872-1EC9-24ED0DC5FD22}"/>
          </ac:picMkLst>
        </pc:picChg>
      </pc:sldChg>
      <pc:sldChg chg="modSp">
        <pc:chgData name="Jan Besta" userId="55af61c2e86790fb" providerId="Windows Live" clId="Web-{41C3B2B1-59C9-C047-0AE4-CBAD6B14ED77}" dt="2025-12-11T07:53:23.979" v="1" actId="1076"/>
        <pc:sldMkLst>
          <pc:docMk/>
          <pc:sldMk cId="455328599" sldId="311"/>
        </pc:sldMkLst>
        <pc:picChg chg="mod">
          <ac:chgData name="Jan Besta" userId="55af61c2e86790fb" providerId="Windows Live" clId="Web-{41C3B2B1-59C9-C047-0AE4-CBAD6B14ED77}" dt="2025-12-11T07:53:23.979" v="1" actId="1076"/>
          <ac:picMkLst>
            <pc:docMk/>
            <pc:sldMk cId="455328599" sldId="311"/>
            <ac:picMk id="8" creationId="{644A7A36-EB44-CDDD-E84D-436A5833FADB}"/>
          </ac:picMkLst>
        </pc:picChg>
      </pc:sldChg>
    </pc:docChg>
  </pc:docChgLst>
  <pc:docChgLst>
    <pc:chgData name="Jan Besta" userId="55af61c2e86790fb" providerId="LiveId" clId="{96F6A740-DB27-4079-969B-E972B84CC8CA}"/>
    <pc:docChg chg="undo custSel modSld">
      <pc:chgData name="Jan Besta" userId="55af61c2e86790fb" providerId="LiveId" clId="{96F6A740-DB27-4079-969B-E972B84CC8CA}" dt="2025-12-07T20:49:40.453" v="93" actId="14100"/>
      <pc:docMkLst>
        <pc:docMk/>
      </pc:docMkLst>
      <pc:sldChg chg="addSp delSp modSp mod">
        <pc:chgData name="Jan Besta" userId="55af61c2e86790fb" providerId="LiveId" clId="{96F6A740-DB27-4079-969B-E972B84CC8CA}" dt="2025-12-07T20:49:40.453" v="93" actId="14100"/>
        <pc:sldMkLst>
          <pc:docMk/>
          <pc:sldMk cId="1140969552" sldId="310"/>
        </pc:sldMkLst>
        <pc:spChg chg="mod">
          <ac:chgData name="Jan Besta" userId="55af61c2e86790fb" providerId="LiveId" clId="{96F6A740-DB27-4079-969B-E972B84CC8CA}" dt="2025-12-07T20:48:34.741" v="78" actId="255"/>
          <ac:spMkLst>
            <pc:docMk/>
            <pc:sldMk cId="1140969552" sldId="310"/>
            <ac:spMk id="8" creationId="{5A6DEE77-B160-DF8F-BAF3-0A04B218E17F}"/>
          </ac:spMkLst>
        </pc:spChg>
        <pc:picChg chg="del">
          <ac:chgData name="Jan Besta" userId="55af61c2e86790fb" providerId="LiveId" clId="{96F6A740-DB27-4079-969B-E972B84CC8CA}" dt="2025-12-07T20:42:52.523" v="8" actId="478"/>
          <ac:picMkLst>
            <pc:docMk/>
            <pc:sldMk cId="1140969552" sldId="310"/>
            <ac:picMk id="2" creationId="{3DB34116-1C8D-8A24-50AC-EA8E06F899C6}"/>
          </ac:picMkLst>
        </pc:picChg>
        <pc:picChg chg="mod">
          <ac:chgData name="Jan Besta" userId="55af61c2e86790fb" providerId="LiveId" clId="{96F6A740-DB27-4079-969B-E972B84CC8CA}" dt="2025-12-07T20:47:25.974" v="64" actId="1076"/>
          <ac:picMkLst>
            <pc:docMk/>
            <pc:sldMk cId="1140969552" sldId="310"/>
            <ac:picMk id="4" creationId="{C0D3A627-0A00-0DC9-7A43-46634359E0D6}"/>
          </ac:picMkLst>
        </pc:picChg>
        <pc:picChg chg="add mod">
          <ac:chgData name="Jan Besta" userId="55af61c2e86790fb" providerId="LiveId" clId="{96F6A740-DB27-4079-969B-E972B84CC8CA}" dt="2025-12-07T20:47:33.892" v="69" actId="1076"/>
          <ac:picMkLst>
            <pc:docMk/>
            <pc:sldMk cId="1140969552" sldId="310"/>
            <ac:picMk id="5" creationId="{A7F30E9D-9728-A872-1EC9-24ED0DC5FD22}"/>
          </ac:picMkLst>
        </pc:picChg>
        <pc:picChg chg="del">
          <ac:chgData name="Jan Besta" userId="55af61c2e86790fb" providerId="LiveId" clId="{96F6A740-DB27-4079-969B-E972B84CC8CA}" dt="2025-12-07T20:47:19.062" v="61" actId="478"/>
          <ac:picMkLst>
            <pc:docMk/>
            <pc:sldMk cId="1140969552" sldId="310"/>
            <ac:picMk id="9" creationId="{88DA9548-4E64-303B-68C6-DE60C3FEECA4}"/>
          </ac:picMkLst>
        </pc:picChg>
        <pc:picChg chg="add mod modCrop">
          <ac:chgData name="Jan Besta" userId="55af61c2e86790fb" providerId="LiveId" clId="{96F6A740-DB27-4079-969B-E972B84CC8CA}" dt="2025-12-07T20:49:40.453" v="93" actId="14100"/>
          <ac:picMkLst>
            <pc:docMk/>
            <pc:sldMk cId="1140969552" sldId="310"/>
            <ac:picMk id="11" creationId="{E417BD61-8A08-C4E3-D3FB-179B055D0389}"/>
          </ac:picMkLst>
        </pc:picChg>
        <pc:picChg chg="add del mod">
          <ac:chgData name="Jan Besta" userId="55af61c2e86790fb" providerId="LiveId" clId="{96F6A740-DB27-4079-969B-E972B84CC8CA}" dt="2025-12-07T20:49:19.623" v="84" actId="478"/>
          <ac:picMkLst>
            <pc:docMk/>
            <pc:sldMk cId="1140969552" sldId="310"/>
            <ac:picMk id="1026" creationId="{BA65CBBF-B6C2-8E17-AE5E-D3A9E75B457F}"/>
          </ac:picMkLst>
        </pc:picChg>
        <pc:picChg chg="add mod">
          <ac:chgData name="Jan Besta" userId="55af61c2e86790fb" providerId="LiveId" clId="{96F6A740-DB27-4079-969B-E972B84CC8CA}" dt="2025-12-07T20:49:04.424" v="82" actId="1076"/>
          <ac:picMkLst>
            <pc:docMk/>
            <pc:sldMk cId="1140969552" sldId="310"/>
            <ac:picMk id="1028" creationId="{B69623A4-3DB1-99DB-2DC9-862206244E5B}"/>
          </ac:picMkLst>
        </pc:picChg>
      </pc:sldChg>
      <pc:sldChg chg="addSp delSp modSp mod">
        <pc:chgData name="Jan Besta" userId="55af61c2e86790fb" providerId="LiveId" clId="{96F6A740-DB27-4079-969B-E972B84CC8CA}" dt="2025-12-07T20:40:55.548" v="7" actId="14100"/>
        <pc:sldMkLst>
          <pc:docMk/>
          <pc:sldMk cId="455328599" sldId="311"/>
        </pc:sldMkLst>
        <pc:picChg chg="del">
          <ac:chgData name="Jan Besta" userId="55af61c2e86790fb" providerId="LiveId" clId="{96F6A740-DB27-4079-969B-E972B84CC8CA}" dt="2025-12-07T19:49:50.806" v="1" actId="478"/>
          <ac:picMkLst>
            <pc:docMk/>
            <pc:sldMk cId="455328599" sldId="311"/>
            <ac:picMk id="5" creationId="{F8494A3A-69B9-63D8-C15D-7A3BAC32BF4C}"/>
          </ac:picMkLst>
        </pc:picChg>
        <pc:picChg chg="add mod">
          <ac:chgData name="Jan Besta" userId="55af61c2e86790fb" providerId="LiveId" clId="{96F6A740-DB27-4079-969B-E972B84CC8CA}" dt="2025-12-07T19:49:53.624" v="3" actId="1076"/>
          <ac:picMkLst>
            <pc:docMk/>
            <pc:sldMk cId="455328599" sldId="311"/>
            <ac:picMk id="8" creationId="{644A7A36-EB44-CDDD-E84D-436A5833FADB}"/>
          </ac:picMkLst>
        </pc:picChg>
        <pc:picChg chg="mod">
          <ac:chgData name="Jan Besta" userId="55af61c2e86790fb" providerId="LiveId" clId="{96F6A740-DB27-4079-969B-E972B84CC8CA}" dt="2025-12-07T20:40:55.548" v="7" actId="14100"/>
          <ac:picMkLst>
            <pc:docMk/>
            <pc:sldMk cId="455328599" sldId="311"/>
            <ac:picMk id="11" creationId="{C5DCE505-EEFB-9FA9-32FB-3A0ADEEC58D4}"/>
          </ac:picMkLst>
        </pc:picChg>
        <pc:picChg chg="del">
          <ac:chgData name="Jan Besta" userId="55af61c2e86790fb" providerId="LiveId" clId="{96F6A740-DB27-4079-969B-E972B84CC8CA}" dt="2025-12-07T20:29:41.178" v="4" actId="478"/>
          <ac:picMkLst>
            <pc:docMk/>
            <pc:sldMk cId="455328599" sldId="311"/>
            <ac:picMk id="15" creationId="{9F69EF5C-5401-EBBA-0A35-60112BD7D008}"/>
          </ac:picMkLst>
        </pc:picChg>
      </pc:sldChg>
      <pc:sldChg chg="modSp mod">
        <pc:chgData name="Jan Besta" userId="55af61c2e86790fb" providerId="LiveId" clId="{96F6A740-DB27-4079-969B-E972B84CC8CA}" dt="2025-12-07T18:22:36.345" v="0" actId="1076"/>
        <pc:sldMkLst>
          <pc:docMk/>
          <pc:sldMk cId="18970805" sldId="313"/>
        </pc:sldMkLst>
        <pc:picChg chg="mod">
          <ac:chgData name="Jan Besta" userId="55af61c2e86790fb" providerId="LiveId" clId="{96F6A740-DB27-4079-969B-E972B84CC8CA}" dt="2025-12-07T18:22:36.345" v="0" actId="1076"/>
          <ac:picMkLst>
            <pc:docMk/>
            <pc:sldMk cId="18970805" sldId="313"/>
            <ac:picMk id="5" creationId="{13A73D18-142A-9EEC-E443-1FE7FE4C392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A7E84B11-8086-A046-B6B7-F7A9DB5EAD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E5F8304-EF8E-7A48-A3EC-256BB4EB24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746FA-9F78-5A43-BFD1-03D27A7F3C92}" type="datetimeFigureOut">
              <a:rPr lang="cs-CZ" smtClean="0"/>
              <a:t>11.12.2025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CE85A97-9D2F-A74D-874B-B462CB8C63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B02496D-CD03-4446-AD06-43B91E1688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CC9C5-FF55-F544-A6D3-2B14C7549CF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42182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2D10F-BC7E-0545-A8D3-D708044527A6}" type="datetimeFigureOut">
              <a:rPr lang="cs-CZ" smtClean="0"/>
              <a:t>11.12.2025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cs-CZ"/>
              <a:t>Upravte styly předlohy textu.
Druhá úroveň
Třetí úroveň
Čtvrtá úroveň
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77E90-4C3A-1A40-BB34-28A95E688A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024213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81172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35513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09D9E-1CA3-DC45-5A9D-1FD3983A5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1921D664-B9A3-8872-667A-631569425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4F3AC36C-C72D-8913-C513-A96B20B0D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D073210-82A6-86B2-0998-D1F1382C794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2A2F3C6-4BD1-FFF4-E96A-5278D17E98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9446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22697-E647-1694-79EC-4A54A25EC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1891FA67-DF8D-23BE-10BE-5FA7282E1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0E13AA22-2350-C277-E08A-EBC3F9034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16C45C6-2A31-9BA3-A908-9F0A39CEE5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D31FCD2-E595-4BD2-9178-B340E0C1F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5335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3E060-264F-9715-3D1E-415C2DE8A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4C3E6C28-32F1-A810-6899-D16217CEA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7878C4B8-19C3-5BD0-E3AD-9EDF2C0D4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178A625-4545-AE47-FDC0-B2041F6972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2EF0CCC-BA7E-C577-9AAB-9BBBD41F8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3087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4D6C4-5839-E24B-3968-6B1EF94F1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49CA02EB-6713-37D0-C51E-4C43DDA73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B250755B-40EC-56D8-B41F-DE476DBEB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3F0A4E0-8982-5F03-7417-631E6C4F4B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639D169-B07B-05CD-EE93-B5213E543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57190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23DD0-BF1A-76EA-36F9-B127D3597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6A60958B-E02D-D0EA-F0F7-687CB635E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0CD42C41-C2EA-4C32-1E53-A4BBAE824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E2431E9-B781-D723-84CA-1D6C9A4C2F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3C6C960-F307-7090-D662-A2D092DAD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09033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BC28B-53AD-C148-9DA3-6714171E7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FCCDF322-92BC-B295-2075-A23379BD2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17B6C155-5C9C-F8B3-0305-3E0BE92BF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832F7D3-B248-8774-C6B7-53686C5251E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48350CF-0FFE-E998-E335-EE90062E0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3793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8261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26" Type="http://schemas.openxmlformats.org/officeDocument/2006/relationships/image" Target="../media/image26.svg"/><Relationship Id="rId39" Type="http://schemas.openxmlformats.org/officeDocument/2006/relationships/image" Target="../media/image39.png"/><Relationship Id="rId21" Type="http://schemas.openxmlformats.org/officeDocument/2006/relationships/image" Target="../media/image21.png"/><Relationship Id="rId34" Type="http://schemas.openxmlformats.org/officeDocument/2006/relationships/image" Target="../media/image34.svg"/><Relationship Id="rId42" Type="http://schemas.openxmlformats.org/officeDocument/2006/relationships/image" Target="../media/image42.svg"/><Relationship Id="rId47" Type="http://schemas.openxmlformats.org/officeDocument/2006/relationships/image" Target="../media/image47.png"/><Relationship Id="rId50" Type="http://schemas.openxmlformats.org/officeDocument/2006/relationships/image" Target="../media/image50.svg"/><Relationship Id="rId55" Type="http://schemas.openxmlformats.org/officeDocument/2006/relationships/image" Target="../media/image55.png"/><Relationship Id="rId7" Type="http://schemas.openxmlformats.org/officeDocument/2006/relationships/image" Target="../media/image7.png"/><Relationship Id="rId2" Type="http://schemas.openxmlformats.org/officeDocument/2006/relationships/image" Target="../media/image2.emf"/><Relationship Id="rId16" Type="http://schemas.openxmlformats.org/officeDocument/2006/relationships/image" Target="../media/image16.svg"/><Relationship Id="rId29" Type="http://schemas.openxmlformats.org/officeDocument/2006/relationships/image" Target="../media/image29.png"/><Relationship Id="rId11" Type="http://schemas.openxmlformats.org/officeDocument/2006/relationships/image" Target="../media/image11.png"/><Relationship Id="rId24" Type="http://schemas.openxmlformats.org/officeDocument/2006/relationships/image" Target="../media/image24.svg"/><Relationship Id="rId32" Type="http://schemas.openxmlformats.org/officeDocument/2006/relationships/image" Target="../media/image32.svg"/><Relationship Id="rId37" Type="http://schemas.openxmlformats.org/officeDocument/2006/relationships/image" Target="../media/image37.png"/><Relationship Id="rId40" Type="http://schemas.openxmlformats.org/officeDocument/2006/relationships/image" Target="../media/image40.svg"/><Relationship Id="rId45" Type="http://schemas.openxmlformats.org/officeDocument/2006/relationships/image" Target="../media/image45.png"/><Relationship Id="rId53" Type="http://schemas.openxmlformats.org/officeDocument/2006/relationships/image" Target="../media/image53.png"/><Relationship Id="rId58" Type="http://schemas.openxmlformats.org/officeDocument/2006/relationships/image" Target="../media/image58.svg"/><Relationship Id="rId5" Type="http://schemas.openxmlformats.org/officeDocument/2006/relationships/image" Target="../media/image5.png"/><Relationship Id="rId61" Type="http://schemas.openxmlformats.org/officeDocument/2006/relationships/image" Target="../media/image61.png"/><Relationship Id="rId19" Type="http://schemas.openxmlformats.org/officeDocument/2006/relationships/image" Target="../media/image19.png"/><Relationship Id="rId14" Type="http://schemas.openxmlformats.org/officeDocument/2006/relationships/image" Target="../media/image14.svg"/><Relationship Id="rId22" Type="http://schemas.openxmlformats.org/officeDocument/2006/relationships/image" Target="../media/image22.svg"/><Relationship Id="rId27" Type="http://schemas.openxmlformats.org/officeDocument/2006/relationships/image" Target="../media/image27.png"/><Relationship Id="rId30" Type="http://schemas.openxmlformats.org/officeDocument/2006/relationships/image" Target="../media/image30.svg"/><Relationship Id="rId35" Type="http://schemas.openxmlformats.org/officeDocument/2006/relationships/image" Target="../media/image35.png"/><Relationship Id="rId43" Type="http://schemas.openxmlformats.org/officeDocument/2006/relationships/image" Target="../media/image43.png"/><Relationship Id="rId48" Type="http://schemas.openxmlformats.org/officeDocument/2006/relationships/image" Target="../media/image48.svg"/><Relationship Id="rId56" Type="http://schemas.openxmlformats.org/officeDocument/2006/relationships/image" Target="../media/image56.svg"/><Relationship Id="rId8" Type="http://schemas.openxmlformats.org/officeDocument/2006/relationships/image" Target="../media/image8.svg"/><Relationship Id="rId51" Type="http://schemas.openxmlformats.org/officeDocument/2006/relationships/image" Target="../media/image51.png"/><Relationship Id="rId3" Type="http://schemas.openxmlformats.org/officeDocument/2006/relationships/image" Target="../media/image3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8.svg"/><Relationship Id="rId46" Type="http://schemas.openxmlformats.org/officeDocument/2006/relationships/image" Target="../media/image46.svg"/><Relationship Id="rId59" Type="http://schemas.openxmlformats.org/officeDocument/2006/relationships/image" Target="../media/image59.png"/><Relationship Id="rId20" Type="http://schemas.openxmlformats.org/officeDocument/2006/relationships/image" Target="../media/image20.svg"/><Relationship Id="rId41" Type="http://schemas.openxmlformats.org/officeDocument/2006/relationships/image" Target="../media/image41.png"/><Relationship Id="rId54" Type="http://schemas.openxmlformats.org/officeDocument/2006/relationships/image" Target="../media/image54.svg"/><Relationship Id="rId62" Type="http://schemas.openxmlformats.org/officeDocument/2006/relationships/image" Target="../media/image6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svg"/><Relationship Id="rId36" Type="http://schemas.openxmlformats.org/officeDocument/2006/relationships/image" Target="../media/image36.svg"/><Relationship Id="rId49" Type="http://schemas.openxmlformats.org/officeDocument/2006/relationships/image" Target="../media/image49.png"/><Relationship Id="rId57" Type="http://schemas.openxmlformats.org/officeDocument/2006/relationships/image" Target="../media/image57.png"/><Relationship Id="rId10" Type="http://schemas.openxmlformats.org/officeDocument/2006/relationships/image" Target="../media/image10.svg"/><Relationship Id="rId31" Type="http://schemas.openxmlformats.org/officeDocument/2006/relationships/image" Target="../media/image31.png"/><Relationship Id="rId44" Type="http://schemas.openxmlformats.org/officeDocument/2006/relationships/image" Target="../media/image44.svg"/><Relationship Id="rId52" Type="http://schemas.openxmlformats.org/officeDocument/2006/relationships/image" Target="../media/image52.svg"/><Relationship Id="rId60" Type="http://schemas.openxmlformats.org/officeDocument/2006/relationships/image" Target="../media/image6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3F77-2CE9-7D49-9458-1ACF72B58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088" y="1989138"/>
            <a:ext cx="11798620" cy="11723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1DA3B-0F22-3848-B468-C8422D799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087" y="3602038"/>
            <a:ext cx="1179861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57841-B012-3F4F-A40A-F73F833FE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D9582-6523-1D44-A4F0-10D045BEF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2D269-4D51-D242-8BC5-F310E732E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72756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3F77-2CE9-7D49-9458-1ACF72B58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088" y="1989138"/>
            <a:ext cx="11798620" cy="11723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1DA3B-0F22-3848-B468-C8422D799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087" y="3602038"/>
            <a:ext cx="1179861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57841-B012-3F4F-A40A-F73F833FE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D9582-6523-1D44-A4F0-10D045BEF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2D269-4D51-D242-8BC5-F310E732E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5548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18AEB-B644-5942-AD1E-621B53CF1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79" y="1089025"/>
            <a:ext cx="11807825" cy="719138"/>
          </a:xfrm>
          <a:prstGeom prst="rect">
            <a:avLst/>
          </a:prstGeom>
        </p:spPr>
        <p:txBody>
          <a:bodyPr anchor="b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00131-EA4E-F247-BD08-565629F59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7" y="1989138"/>
            <a:ext cx="11807825" cy="42116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219AF-979E-E64C-BD7F-90FE544F0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D194E-1BDE-4F4F-9844-8C382C2CA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B98FB-D470-F24C-9040-6BA593DF7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5351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FECE6-7A7D-664C-A646-0577ABD54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79" y="1102836"/>
            <a:ext cx="11799733" cy="70532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D8159-490F-9D44-8DE1-C95E41982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087" y="1989138"/>
            <a:ext cx="11807825" cy="421163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81DD2-B40B-6F40-8846-B6C265F63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0DD2-F15B-0E4C-ACB5-7DEB62EE8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4EA89-1BE2-0F40-B054-7AB8ACBF8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1042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6C57-B154-3447-8B55-54316475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80" y="1089026"/>
            <a:ext cx="11798620" cy="719138"/>
          </a:xfrm>
          <a:prstGeom prst="rect">
            <a:avLst/>
          </a:prstGeom>
        </p:spPr>
        <p:txBody>
          <a:bodyPr anchor="b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8488A-550B-FD44-870D-6B5F0CA0C2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0180" y="1987551"/>
            <a:ext cx="5819620" cy="421368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EBD61-1D0E-8247-8181-00E7B3992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987551"/>
            <a:ext cx="5827713" cy="41894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9C4F-0816-E949-A19A-C72D7413E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E692D-CAEE-E847-999C-19F61DAB3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8AC9C-BE73-C946-A793-2A1ADEE0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44809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AD35-4396-B543-B0B1-246F45FE7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79" y="1089025"/>
            <a:ext cx="11807825" cy="719138"/>
          </a:xfrm>
          <a:prstGeom prst="rect">
            <a:avLst/>
          </a:prstGeom>
        </p:spPr>
        <p:txBody>
          <a:bodyPr anchor="b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30D54-B0DF-0349-A08A-AB9BE6DB5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087" y="1989137"/>
            <a:ext cx="5832475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D8BE5-6CB3-8345-924C-A1DD2DD0A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2088" y="2314322"/>
            <a:ext cx="5832476" cy="387534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E5EA90-3B54-D74E-BE42-B5E34C217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989137"/>
            <a:ext cx="5827713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D7D3D-11B1-CB4C-A33F-C8BC62E37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14322"/>
            <a:ext cx="5827713" cy="387534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3094F-F128-7744-9134-944E79FE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60339-0274-CD47-9C2C-2DBB6A0BC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BD582F-44EF-524C-AC03-6D30051A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3509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AD35-4396-B543-B0B1-246F45FE7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79" y="1089025"/>
            <a:ext cx="11807825" cy="719138"/>
          </a:xfrm>
          <a:prstGeom prst="rect">
            <a:avLst/>
          </a:prstGeom>
        </p:spPr>
        <p:txBody>
          <a:bodyPr anchor="b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30D54-B0DF-0349-A08A-AB9BE6DB5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087" y="1989137"/>
            <a:ext cx="5832475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D8BE5-6CB3-8345-924C-A1DD2DD0A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2088" y="2314322"/>
            <a:ext cx="5832476" cy="20311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E5EA90-3B54-D74E-BE42-B5E34C217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989137"/>
            <a:ext cx="5827713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D7D3D-11B1-CB4C-A33F-C8BC62E37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14322"/>
            <a:ext cx="5827713" cy="20311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3094F-F128-7744-9134-944E79FE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60339-0274-CD47-9C2C-2DBB6A0BC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BD582F-44EF-524C-AC03-6D30051A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BAF2A61-8083-714B-B6EA-A2C9374A76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00179" y="4418252"/>
            <a:ext cx="5832475" cy="159668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9A49810-6CDC-1940-ABA4-D189C0035A0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00178" y="4650749"/>
            <a:ext cx="5832475" cy="1550026"/>
          </a:xfrm>
        </p:spPr>
        <p:txBody>
          <a:bodyPr anchor="t">
            <a:noAutofit/>
          </a:bodyPr>
          <a:lstStyle>
            <a:lvl1pPr marL="0" indent="0">
              <a:buNone/>
              <a:defRPr sz="1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E3FB61-C1CC-E949-B02F-C230B61EC8C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172101" y="4410160"/>
            <a:ext cx="5832475" cy="159668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EEC9536-D82E-1D48-A1FD-3B14AAF76BEA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172100" y="4642657"/>
            <a:ext cx="5832475" cy="1550026"/>
          </a:xfrm>
        </p:spPr>
        <p:txBody>
          <a:bodyPr anchor="t">
            <a:noAutofit/>
          </a:bodyPr>
          <a:lstStyle>
            <a:lvl1pPr marL="0" indent="0">
              <a:buNone/>
              <a:defRPr sz="1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570397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AD35-4396-B543-B0B1-246F45FE7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79" y="1089025"/>
            <a:ext cx="11807825" cy="719138"/>
          </a:xfrm>
          <a:prstGeom prst="rect">
            <a:avLst/>
          </a:prstGeom>
        </p:spPr>
        <p:txBody>
          <a:bodyPr anchor="b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30D54-B0DF-0349-A08A-AB9BE6DB5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177" y="1989137"/>
            <a:ext cx="3735319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AD8BE5-6CB3-8345-924C-A1DD2DD0A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0554" y="2314322"/>
            <a:ext cx="3734137" cy="20311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3094F-F128-7744-9134-944E79FE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60339-0274-CD47-9C2C-2DBB6A0BC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BD582F-44EF-524C-AC03-6D30051A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BAF2A61-8083-714B-B6EA-A2C9374A76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00178" y="4418252"/>
            <a:ext cx="3734137" cy="159668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9A49810-6CDC-1940-ABA4-D189C0035A0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00178" y="4650749"/>
            <a:ext cx="3734562" cy="1550026"/>
          </a:xfrm>
        </p:spPr>
        <p:txBody>
          <a:bodyPr anchor="t">
            <a:noAutofit/>
          </a:bodyPr>
          <a:lstStyle>
            <a:lvl1pPr marL="0" indent="0">
              <a:buNone/>
              <a:defRPr sz="1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3D705129-1E26-D543-92A1-EFAF8E911FC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236469" y="1989138"/>
            <a:ext cx="3734137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6" name="Content Placeholder 3">
            <a:extLst>
              <a:ext uri="{FF2B5EF4-FFF2-40B4-BE49-F238E27FC236}">
                <a16:creationId xmlns:a16="http://schemas.microsoft.com/office/drawing/2014/main" id="{0CA5CD9C-5511-DA4E-8F95-0917EC4C4D0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36846" y="2314323"/>
            <a:ext cx="3734137" cy="20311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52D26FB4-A694-EA42-9284-28128210565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236470" y="4418253"/>
            <a:ext cx="3734137" cy="159668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82F72328-61B5-6F45-A95F-1C82C2078F29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236470" y="4650750"/>
            <a:ext cx="3734136" cy="1550026"/>
          </a:xfrm>
        </p:spPr>
        <p:txBody>
          <a:bodyPr anchor="t">
            <a:noAutofit/>
          </a:bodyPr>
          <a:lstStyle>
            <a:lvl1pPr marL="0" indent="0">
              <a:buNone/>
              <a:defRPr sz="1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0F990E76-7FE9-CE42-A7A1-42B9EA1875D7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263521" y="1989139"/>
            <a:ext cx="3734137" cy="236173"/>
          </a:xfrm>
        </p:spPr>
        <p:txBody>
          <a:bodyPr anchor="ctr">
            <a:noAutofit/>
          </a:bodyPr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0" name="Content Placeholder 3">
            <a:extLst>
              <a:ext uri="{FF2B5EF4-FFF2-40B4-BE49-F238E27FC236}">
                <a16:creationId xmlns:a16="http://schemas.microsoft.com/office/drawing/2014/main" id="{70A49019-5474-AF4C-8165-4F90E84BC2B0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263898" y="2314324"/>
            <a:ext cx="3734137" cy="203110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C29B511B-4BFB-E44D-B631-01E01AC67196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8263522" y="4418254"/>
            <a:ext cx="3734137" cy="159668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2B29021-5CC6-F44B-BEBD-C14F14FA8A1C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8263522" y="4650751"/>
            <a:ext cx="3734136" cy="1550026"/>
          </a:xfrm>
        </p:spPr>
        <p:txBody>
          <a:bodyPr anchor="t">
            <a:noAutofit/>
          </a:bodyPr>
          <a:lstStyle>
            <a:lvl1pPr marL="0" indent="0">
              <a:buNone/>
              <a:defRPr sz="14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949501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38144-9A3F-AC4B-ACA3-2C05BA3FB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93" y="1089025"/>
            <a:ext cx="11798620" cy="71913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D583CD-F360-AA49-A6B4-38560C665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AC4A53-7C48-3846-9C4E-47C297C7A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345C61-F597-874B-8F86-E60219628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906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4CAD3-2491-3045-91F4-95BA28879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8D3671-8D78-AB47-8428-FB2C74A75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53978-B0A2-9346-AEA0-9BBC0215B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3007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3B380-B0ED-AA4C-9846-18497E75D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81" y="1089025"/>
            <a:ext cx="4563908" cy="7191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C539D-BE42-5E44-9649-A43967320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243" y="1089025"/>
            <a:ext cx="7075670" cy="5111749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09BA3-2099-E943-B907-9054F9DEA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0181" y="1989137"/>
            <a:ext cx="4563908" cy="42116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AB5F5894-33BA-4E4A-9F4E-10CED6A3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471A9A3F-F760-AC4F-941F-1DB118B80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07A949EF-DF5A-EE4E-8E11-B2AC890C9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45762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38C2-A537-A048-9C5D-EC1FA9710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55" y="1089025"/>
            <a:ext cx="4563533" cy="7191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F60598-20E7-F042-89BA-C6678DD94E0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908549" y="1089025"/>
            <a:ext cx="7091363" cy="511175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sz="1600"/>
              <a:t>Picture</a:t>
            </a:r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A6C57-B059-7548-8C2E-30FE726D9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0555" y="1989137"/>
            <a:ext cx="4563533" cy="42116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513B4-C6DE-674E-99C4-2B60E0B3C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/>
              <a:t>11/04/2019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753AB-B7F1-204E-AFB9-F65DEBC6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Název prezentace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C4982-79FD-9346-AC3D-B384016D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40467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>
            <a:extLst>
              <a:ext uri="{FF2B5EF4-FFF2-40B4-BE49-F238E27FC236}">
                <a16:creationId xmlns:a16="http://schemas.microsoft.com/office/drawing/2014/main" id="{32CD5EFD-0980-814B-9F8E-224DB3C186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77483" y="5663090"/>
            <a:ext cx="2425320" cy="1406170"/>
          </a:xfrm>
          <a:prstGeom prst="rect">
            <a:avLst/>
          </a:prstGeom>
        </p:spPr>
      </p:pic>
      <p:pic>
        <p:nvPicPr>
          <p:cNvPr id="6" name="Graphic 9" descr="Group of people">
            <a:extLst>
              <a:ext uri="{FF2B5EF4-FFF2-40B4-BE49-F238E27FC236}">
                <a16:creationId xmlns:a16="http://schemas.microsoft.com/office/drawing/2014/main" id="{04DA598E-973C-444B-B284-F9B89ADF5C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114" y="931044"/>
            <a:ext cx="2752725" cy="2752725"/>
          </a:xfrm>
          <a:prstGeom prst="rect">
            <a:avLst/>
          </a:prstGeom>
        </p:spPr>
      </p:pic>
      <p:pic>
        <p:nvPicPr>
          <p:cNvPr id="7" name="Graphic 10" descr="Man">
            <a:extLst>
              <a:ext uri="{FF2B5EF4-FFF2-40B4-BE49-F238E27FC236}">
                <a16:creationId xmlns:a16="http://schemas.microsoft.com/office/drawing/2014/main" id="{3ABC57AA-9A23-E943-85D9-17073FE2380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77483" y="4695675"/>
            <a:ext cx="1028781" cy="1028781"/>
          </a:xfrm>
          <a:prstGeom prst="rect">
            <a:avLst/>
          </a:prstGeom>
        </p:spPr>
      </p:pic>
      <p:pic>
        <p:nvPicPr>
          <p:cNvPr id="8" name="Graphic 12" descr="Male profile">
            <a:extLst>
              <a:ext uri="{FF2B5EF4-FFF2-40B4-BE49-F238E27FC236}">
                <a16:creationId xmlns:a16="http://schemas.microsoft.com/office/drawing/2014/main" id="{FD577FC3-8631-A045-A4A7-CAFE2F87D65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3742" y="5825652"/>
            <a:ext cx="914400" cy="914400"/>
          </a:xfrm>
          <a:prstGeom prst="rect">
            <a:avLst/>
          </a:prstGeom>
        </p:spPr>
      </p:pic>
      <p:pic>
        <p:nvPicPr>
          <p:cNvPr id="9" name="Graphic 13" descr="Female Profile">
            <a:extLst>
              <a:ext uri="{FF2B5EF4-FFF2-40B4-BE49-F238E27FC236}">
                <a16:creationId xmlns:a16="http://schemas.microsoft.com/office/drawing/2014/main" id="{637B6C78-5FC2-354E-AC47-978ED205EF4E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91698" y="5825652"/>
            <a:ext cx="914400" cy="914400"/>
          </a:xfrm>
          <a:prstGeom prst="rect">
            <a:avLst/>
          </a:prstGeom>
        </p:spPr>
      </p:pic>
      <p:pic>
        <p:nvPicPr>
          <p:cNvPr id="10" name="Graphic 14" descr="Lecturer">
            <a:extLst>
              <a:ext uri="{FF2B5EF4-FFF2-40B4-BE49-F238E27FC236}">
                <a16:creationId xmlns:a16="http://schemas.microsoft.com/office/drawing/2014/main" id="{6FF3E188-079E-6A4E-92CC-8D52843FFF6D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23037" y="4090833"/>
            <a:ext cx="1082559" cy="1082559"/>
          </a:xfrm>
          <a:prstGeom prst="rect">
            <a:avLst/>
          </a:prstGeom>
        </p:spPr>
      </p:pic>
      <p:pic>
        <p:nvPicPr>
          <p:cNvPr id="11" name="Graphic 15" descr="Teacher">
            <a:extLst>
              <a:ext uri="{FF2B5EF4-FFF2-40B4-BE49-F238E27FC236}">
                <a16:creationId xmlns:a16="http://schemas.microsoft.com/office/drawing/2014/main" id="{DF6DB79B-368A-CC45-A897-9F8821585E3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82562" y="3683769"/>
            <a:ext cx="1123270" cy="1123270"/>
          </a:xfrm>
          <a:prstGeom prst="rect">
            <a:avLst/>
          </a:prstGeom>
        </p:spPr>
      </p:pic>
      <p:pic>
        <p:nvPicPr>
          <p:cNvPr id="12" name="Graphic 17" descr="Users">
            <a:extLst>
              <a:ext uri="{FF2B5EF4-FFF2-40B4-BE49-F238E27FC236}">
                <a16:creationId xmlns:a16="http://schemas.microsoft.com/office/drawing/2014/main" id="{AA866559-5094-8C44-A181-5E1248019333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06951" y="1915705"/>
            <a:ext cx="1203728" cy="1203728"/>
          </a:xfrm>
          <a:prstGeom prst="rect">
            <a:avLst/>
          </a:prstGeom>
        </p:spPr>
      </p:pic>
      <p:pic>
        <p:nvPicPr>
          <p:cNvPr id="13" name="Graphic 18" descr="Circle with right arrow">
            <a:extLst>
              <a:ext uri="{FF2B5EF4-FFF2-40B4-BE49-F238E27FC236}">
                <a16:creationId xmlns:a16="http://schemas.microsoft.com/office/drawing/2014/main" id="{1A8DA4D5-B917-E740-B951-392331F5ED4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74420" y="5870119"/>
            <a:ext cx="914400" cy="914400"/>
          </a:xfrm>
          <a:prstGeom prst="rect">
            <a:avLst/>
          </a:prstGeom>
        </p:spPr>
      </p:pic>
      <p:pic>
        <p:nvPicPr>
          <p:cNvPr id="14" name="Graphic 19" descr="Circle with right arrow">
            <a:extLst>
              <a:ext uri="{FF2B5EF4-FFF2-40B4-BE49-F238E27FC236}">
                <a16:creationId xmlns:a16="http://schemas.microsoft.com/office/drawing/2014/main" id="{33F3493D-E90F-AB4C-A6A0-16334AA95EC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10800000" flipV="1">
            <a:off x="4597673" y="5870119"/>
            <a:ext cx="914400" cy="914400"/>
          </a:xfrm>
          <a:prstGeom prst="rect">
            <a:avLst/>
          </a:prstGeom>
        </p:spPr>
      </p:pic>
      <p:pic>
        <p:nvPicPr>
          <p:cNvPr id="15" name="Graphic 21" descr="Brain in head">
            <a:extLst>
              <a:ext uri="{FF2B5EF4-FFF2-40B4-BE49-F238E27FC236}">
                <a16:creationId xmlns:a16="http://schemas.microsoft.com/office/drawing/2014/main" id="{FD52055C-63C1-5442-9521-1A83E329937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flipH="1">
            <a:off x="152079" y="5627868"/>
            <a:ext cx="1156651" cy="1156651"/>
          </a:xfrm>
          <a:prstGeom prst="rect">
            <a:avLst/>
          </a:prstGeom>
        </p:spPr>
      </p:pic>
      <p:pic>
        <p:nvPicPr>
          <p:cNvPr id="16" name="Graphic 22" descr="Person with idea">
            <a:extLst>
              <a:ext uri="{FF2B5EF4-FFF2-40B4-BE49-F238E27FC236}">
                <a16:creationId xmlns:a16="http://schemas.microsoft.com/office/drawing/2014/main" id="{D231E3E1-56A7-2A43-95A1-C5B0F759E5A9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74122" y="1991584"/>
            <a:ext cx="1297326" cy="1297326"/>
          </a:xfrm>
          <a:prstGeom prst="rect">
            <a:avLst/>
          </a:prstGeom>
        </p:spPr>
      </p:pic>
      <p:pic>
        <p:nvPicPr>
          <p:cNvPr id="17" name="Graphic 23" descr="Group brainstorm">
            <a:extLst>
              <a:ext uri="{FF2B5EF4-FFF2-40B4-BE49-F238E27FC236}">
                <a16:creationId xmlns:a16="http://schemas.microsoft.com/office/drawing/2014/main" id="{1539B19C-541F-AC48-BEF0-7DED565FF733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119694" y="852614"/>
            <a:ext cx="1330432" cy="1330432"/>
          </a:xfrm>
          <a:prstGeom prst="rect">
            <a:avLst/>
          </a:prstGeom>
        </p:spPr>
      </p:pic>
      <p:pic>
        <p:nvPicPr>
          <p:cNvPr id="18" name="Graphic 24" descr="Customer review">
            <a:extLst>
              <a:ext uri="{FF2B5EF4-FFF2-40B4-BE49-F238E27FC236}">
                <a16:creationId xmlns:a16="http://schemas.microsoft.com/office/drawing/2014/main" id="{CDE085C0-F896-3440-AEE4-9DC2E70EB390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113184" y="3964453"/>
            <a:ext cx="1335320" cy="1335320"/>
          </a:xfrm>
          <a:prstGeom prst="rect">
            <a:avLst/>
          </a:prstGeom>
        </p:spPr>
      </p:pic>
      <p:pic>
        <p:nvPicPr>
          <p:cNvPr id="19" name="Graphic 25" descr="Social network">
            <a:extLst>
              <a:ext uri="{FF2B5EF4-FFF2-40B4-BE49-F238E27FC236}">
                <a16:creationId xmlns:a16="http://schemas.microsoft.com/office/drawing/2014/main" id="{68515830-B2B0-E245-AF8B-8EE05A71F986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33277" y="3845892"/>
            <a:ext cx="1763985" cy="1763985"/>
          </a:xfrm>
          <a:prstGeom prst="rect">
            <a:avLst/>
          </a:prstGeom>
        </p:spPr>
      </p:pic>
      <p:pic>
        <p:nvPicPr>
          <p:cNvPr id="20" name="Graphic 26" descr="Line arrow: Straight">
            <a:extLst>
              <a:ext uri="{FF2B5EF4-FFF2-40B4-BE49-F238E27FC236}">
                <a16:creationId xmlns:a16="http://schemas.microsoft.com/office/drawing/2014/main" id="{9B5957D1-03B3-064C-BF58-A30028A2277F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489004" y="4955719"/>
            <a:ext cx="914400" cy="914400"/>
          </a:xfrm>
          <a:prstGeom prst="rect">
            <a:avLst/>
          </a:prstGeom>
        </p:spPr>
      </p:pic>
      <p:pic>
        <p:nvPicPr>
          <p:cNvPr id="21" name="Graphic 27" descr="Head with gears">
            <a:extLst>
              <a:ext uri="{FF2B5EF4-FFF2-40B4-BE49-F238E27FC236}">
                <a16:creationId xmlns:a16="http://schemas.microsoft.com/office/drawing/2014/main" id="{74B80D84-2447-DC4D-A04D-706E912F1C94}"/>
              </a:ext>
            </a:extLst>
          </p:cNvPr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flipH="1">
            <a:off x="2242055" y="5627868"/>
            <a:ext cx="1156651" cy="1156651"/>
          </a:xfrm>
          <a:prstGeom prst="rect">
            <a:avLst/>
          </a:prstGeom>
        </p:spPr>
      </p:pic>
      <p:pic>
        <p:nvPicPr>
          <p:cNvPr id="22" name="Graphic 28" descr="Single gear">
            <a:extLst>
              <a:ext uri="{FF2B5EF4-FFF2-40B4-BE49-F238E27FC236}">
                <a16:creationId xmlns:a16="http://schemas.microsoft.com/office/drawing/2014/main" id="{F3B81E84-6995-1A42-BA4A-EEA98C842B3E}"/>
              </a:ext>
            </a:extLst>
          </p:cNvPr>
          <p:cNvPicPr>
            <a:picLocks noChangeAspect="1"/>
          </p:cNvPicPr>
          <p:nvPr userDrawn="1"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928952" y="1494575"/>
            <a:ext cx="1205978" cy="1205978"/>
          </a:xfrm>
          <a:prstGeom prst="rect">
            <a:avLst/>
          </a:prstGeom>
        </p:spPr>
      </p:pic>
      <p:pic>
        <p:nvPicPr>
          <p:cNvPr id="23" name="Graphic 29" descr="Gears">
            <a:extLst>
              <a:ext uri="{FF2B5EF4-FFF2-40B4-BE49-F238E27FC236}">
                <a16:creationId xmlns:a16="http://schemas.microsoft.com/office/drawing/2014/main" id="{738B8D76-89C6-0A47-A1EC-88BDC77C76EE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761899" y="5677034"/>
            <a:ext cx="914400" cy="914400"/>
          </a:xfrm>
          <a:prstGeom prst="rect">
            <a:avLst/>
          </a:prstGeom>
        </p:spPr>
      </p:pic>
      <p:pic>
        <p:nvPicPr>
          <p:cNvPr id="24" name="Graphic 32" descr="Brain in head">
            <a:extLst>
              <a:ext uri="{FF2B5EF4-FFF2-40B4-BE49-F238E27FC236}">
                <a16:creationId xmlns:a16="http://schemas.microsoft.com/office/drawing/2014/main" id="{0B3DE9B9-E900-E94D-8F7B-B39B3CEAA03E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51681" y="5645859"/>
            <a:ext cx="1156651" cy="1156651"/>
          </a:xfrm>
          <a:prstGeom prst="rect">
            <a:avLst/>
          </a:prstGeom>
        </p:spPr>
      </p:pic>
      <p:pic>
        <p:nvPicPr>
          <p:cNvPr id="25" name="Graphic 33" descr="Head with gears">
            <a:extLst>
              <a:ext uri="{FF2B5EF4-FFF2-40B4-BE49-F238E27FC236}">
                <a16:creationId xmlns:a16="http://schemas.microsoft.com/office/drawing/2014/main" id="{27C05D7A-CE76-A24D-9EF2-02AEB87746D9}"/>
              </a:ext>
            </a:extLst>
          </p:cNvPr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264753" y="5627868"/>
            <a:ext cx="1156651" cy="1156651"/>
          </a:xfrm>
          <a:prstGeom prst="rect">
            <a:avLst/>
          </a:prstGeom>
        </p:spPr>
      </p:pic>
      <p:pic>
        <p:nvPicPr>
          <p:cNvPr id="26" name="Graphic 2" descr="Drawing compass">
            <a:extLst>
              <a:ext uri="{FF2B5EF4-FFF2-40B4-BE49-F238E27FC236}">
                <a16:creationId xmlns:a16="http://schemas.microsoft.com/office/drawing/2014/main" id="{A4E985D3-22BB-CF4C-A04D-E83F0820D49A}"/>
              </a:ext>
            </a:extLst>
          </p:cNvPr>
          <p:cNvPicPr>
            <a:picLocks noChangeAspect="1"/>
          </p:cNvPicPr>
          <p:nvPr userDrawn="1"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1160667" y="3495651"/>
            <a:ext cx="914400" cy="914400"/>
          </a:xfrm>
          <a:prstGeom prst="rect">
            <a:avLst/>
          </a:prstGeom>
        </p:spPr>
      </p:pic>
      <p:pic>
        <p:nvPicPr>
          <p:cNvPr id="27" name="Graphic 35" descr="Thought bubble">
            <a:extLst>
              <a:ext uri="{FF2B5EF4-FFF2-40B4-BE49-F238E27FC236}">
                <a16:creationId xmlns:a16="http://schemas.microsoft.com/office/drawing/2014/main" id="{7442ADAD-1851-054C-B6BD-75345245D0AB}"/>
              </a:ext>
            </a:extLst>
          </p:cNvPr>
          <p:cNvPicPr>
            <a:picLocks noChangeAspect="1"/>
          </p:cNvPicPr>
          <p:nvPr userDrawn="1"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583678" y="4806710"/>
            <a:ext cx="914400" cy="914400"/>
          </a:xfrm>
          <a:prstGeom prst="rect">
            <a:avLst/>
          </a:prstGeom>
        </p:spPr>
      </p:pic>
      <p:pic>
        <p:nvPicPr>
          <p:cNvPr id="28" name="Graphic 37" descr="Speech">
            <a:extLst>
              <a:ext uri="{FF2B5EF4-FFF2-40B4-BE49-F238E27FC236}">
                <a16:creationId xmlns:a16="http://schemas.microsoft.com/office/drawing/2014/main" id="{BE2780E0-E0C6-074B-9AA0-A75E3DE92942}"/>
              </a:ext>
            </a:extLst>
          </p:cNvPr>
          <p:cNvPicPr>
            <a:picLocks noChangeAspect="1"/>
          </p:cNvPicPr>
          <p:nvPr userDrawn="1"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416761" y="3565706"/>
            <a:ext cx="914400" cy="914400"/>
          </a:xfrm>
          <a:prstGeom prst="rect">
            <a:avLst/>
          </a:prstGeom>
        </p:spPr>
      </p:pic>
      <p:pic>
        <p:nvPicPr>
          <p:cNvPr id="29" name="Graphic 39" descr="Atom">
            <a:extLst>
              <a:ext uri="{FF2B5EF4-FFF2-40B4-BE49-F238E27FC236}">
                <a16:creationId xmlns:a16="http://schemas.microsoft.com/office/drawing/2014/main" id="{BDBA72AA-3660-C543-8784-A9630CB04CDD}"/>
              </a:ext>
            </a:extLst>
          </p:cNvPr>
          <p:cNvPicPr>
            <a:picLocks noChangeAspect="1"/>
          </p:cNvPicPr>
          <p:nvPr userDrawn="1"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1064418" y="2505803"/>
            <a:ext cx="914400" cy="914400"/>
          </a:xfrm>
          <a:prstGeom prst="rect">
            <a:avLst/>
          </a:prstGeom>
        </p:spPr>
      </p:pic>
      <p:pic>
        <p:nvPicPr>
          <p:cNvPr id="30" name="Graphic 41" descr="Test tubes">
            <a:extLst>
              <a:ext uri="{FF2B5EF4-FFF2-40B4-BE49-F238E27FC236}">
                <a16:creationId xmlns:a16="http://schemas.microsoft.com/office/drawing/2014/main" id="{EE42C5C2-C3D4-BD4E-B7F0-C33001E2E5C8}"/>
              </a:ext>
            </a:extLst>
          </p:cNvPr>
          <p:cNvPicPr>
            <a:picLocks noChangeAspect="1"/>
          </p:cNvPicPr>
          <p:nvPr userDrawn="1"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7146709" y="2962319"/>
            <a:ext cx="914400" cy="914400"/>
          </a:xfrm>
          <a:prstGeom prst="rect">
            <a:avLst/>
          </a:prstGeom>
        </p:spPr>
      </p:pic>
      <p:pic>
        <p:nvPicPr>
          <p:cNvPr id="31" name="Graphic 43" descr="Microscope">
            <a:extLst>
              <a:ext uri="{FF2B5EF4-FFF2-40B4-BE49-F238E27FC236}">
                <a16:creationId xmlns:a16="http://schemas.microsoft.com/office/drawing/2014/main" id="{02C32655-97BF-1E4E-BD81-F2C1CE94885F}"/>
              </a:ext>
            </a:extLst>
          </p:cNvPr>
          <p:cNvPicPr>
            <a:picLocks noChangeAspect="1"/>
          </p:cNvPicPr>
          <p:nvPr userDrawn="1"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992641" y="1386787"/>
            <a:ext cx="914400" cy="914400"/>
          </a:xfrm>
          <a:prstGeom prst="rect">
            <a:avLst/>
          </a:prstGeom>
        </p:spPr>
      </p:pic>
      <p:pic>
        <p:nvPicPr>
          <p:cNvPr id="32" name="Graphic 45" descr="Classroom">
            <a:extLst>
              <a:ext uri="{FF2B5EF4-FFF2-40B4-BE49-F238E27FC236}">
                <a16:creationId xmlns:a16="http://schemas.microsoft.com/office/drawing/2014/main" id="{40078F79-31AC-4948-8FF5-3ED90E65BD6E}"/>
              </a:ext>
            </a:extLst>
          </p:cNvPr>
          <p:cNvPicPr>
            <a:picLocks noChangeAspect="1"/>
          </p:cNvPicPr>
          <p:nvPr userDrawn="1"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3985874" y="3683769"/>
            <a:ext cx="1186701" cy="1186701"/>
          </a:xfrm>
          <a:prstGeom prst="rect">
            <a:avLst/>
          </a:prstGeom>
        </p:spPr>
      </p:pic>
      <p:pic>
        <p:nvPicPr>
          <p:cNvPr id="33" name="Graphic 47" descr="Flask">
            <a:extLst>
              <a:ext uri="{FF2B5EF4-FFF2-40B4-BE49-F238E27FC236}">
                <a16:creationId xmlns:a16="http://schemas.microsoft.com/office/drawing/2014/main" id="{44AD63B0-2258-E147-B8B3-8591B8A3764D}"/>
              </a:ext>
            </a:extLst>
          </p:cNvPr>
          <p:cNvPicPr>
            <a:picLocks noChangeAspect="1"/>
          </p:cNvPicPr>
          <p:nvPr userDrawn="1"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9626485" y="2432883"/>
            <a:ext cx="914400" cy="914400"/>
          </a:xfrm>
          <a:prstGeom prst="rect">
            <a:avLst/>
          </a:prstGeom>
        </p:spPr>
      </p:pic>
      <p:pic>
        <p:nvPicPr>
          <p:cNvPr id="34" name="Graphic 49" descr="Books">
            <a:extLst>
              <a:ext uri="{FF2B5EF4-FFF2-40B4-BE49-F238E27FC236}">
                <a16:creationId xmlns:a16="http://schemas.microsoft.com/office/drawing/2014/main" id="{DF9D6352-2CCC-1444-A834-B1A78E529506}"/>
              </a:ext>
            </a:extLst>
          </p:cNvPr>
          <p:cNvPicPr>
            <a:picLocks noChangeAspect="1"/>
          </p:cNvPicPr>
          <p:nvPr userDrawn="1"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8301109" y="1584531"/>
            <a:ext cx="914400" cy="914400"/>
          </a:xfrm>
          <a:prstGeom prst="rect">
            <a:avLst/>
          </a:prstGeom>
        </p:spPr>
      </p:pic>
      <p:pic>
        <p:nvPicPr>
          <p:cNvPr id="35" name="Graphic 51" descr="Graduation cap">
            <a:extLst>
              <a:ext uri="{FF2B5EF4-FFF2-40B4-BE49-F238E27FC236}">
                <a16:creationId xmlns:a16="http://schemas.microsoft.com/office/drawing/2014/main" id="{7863313B-2B16-3649-8E15-AE04C6A53ED0}"/>
              </a:ext>
            </a:extLst>
          </p:cNvPr>
          <p:cNvPicPr>
            <a:picLocks noChangeAspect="1"/>
          </p:cNvPicPr>
          <p:nvPr userDrawn="1"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9765965" y="3572690"/>
            <a:ext cx="914400" cy="914400"/>
          </a:xfrm>
          <a:prstGeom prst="rect">
            <a:avLst/>
          </a:prstGeom>
        </p:spPr>
      </p:pic>
      <p:pic>
        <p:nvPicPr>
          <p:cNvPr id="36" name="Graphic 53" descr="Diploma roll">
            <a:extLst>
              <a:ext uri="{FF2B5EF4-FFF2-40B4-BE49-F238E27FC236}">
                <a16:creationId xmlns:a16="http://schemas.microsoft.com/office/drawing/2014/main" id="{62F30BDA-DACD-BF42-8DE6-E499696F1E8A}"/>
              </a:ext>
            </a:extLst>
          </p:cNvPr>
          <p:cNvPicPr>
            <a:picLocks noChangeAspect="1"/>
          </p:cNvPicPr>
          <p:nvPr userDrawn="1"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8350974" y="2662233"/>
            <a:ext cx="914400" cy="914400"/>
          </a:xfrm>
          <a:prstGeom prst="rect">
            <a:avLst/>
          </a:prstGeom>
        </p:spPr>
      </p:pic>
      <p:pic>
        <p:nvPicPr>
          <p:cNvPr id="37" name="Graphic 55" descr="Woman">
            <a:extLst>
              <a:ext uri="{FF2B5EF4-FFF2-40B4-BE49-F238E27FC236}">
                <a16:creationId xmlns:a16="http://schemas.microsoft.com/office/drawing/2014/main" id="{789C7B07-A7D3-834D-A66D-A93F7332C4C3}"/>
              </a:ext>
            </a:extLst>
          </p:cNvPr>
          <p:cNvPicPr>
            <a:picLocks noChangeAspect="1"/>
          </p:cNvPicPr>
          <p:nvPr userDrawn="1"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1143982" y="4599087"/>
            <a:ext cx="1028781" cy="1028781"/>
          </a:xfrm>
          <a:prstGeom prst="rect">
            <a:avLst/>
          </a:prstGeom>
        </p:spPr>
      </p:pic>
      <p:pic>
        <p:nvPicPr>
          <p:cNvPr id="38" name="Graphic 57" descr="Lightbulb and gear">
            <a:extLst>
              <a:ext uri="{FF2B5EF4-FFF2-40B4-BE49-F238E27FC236}">
                <a16:creationId xmlns:a16="http://schemas.microsoft.com/office/drawing/2014/main" id="{5D6F4F82-38DF-4D41-A105-5DA539A01E86}"/>
              </a:ext>
            </a:extLst>
          </p:cNvPr>
          <p:cNvPicPr>
            <a:picLocks noChangeAspect="1"/>
          </p:cNvPicPr>
          <p:nvPr userDrawn="1"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597798" y="1199387"/>
            <a:ext cx="914400" cy="914400"/>
          </a:xfrm>
          <a:prstGeom prst="rect">
            <a:avLst/>
          </a:prstGeom>
        </p:spPr>
      </p:pic>
      <p:pic>
        <p:nvPicPr>
          <p:cNvPr id="39" name="Graphic 40" descr="Line arrow: Straight">
            <a:extLst>
              <a:ext uri="{FF2B5EF4-FFF2-40B4-BE49-F238E27FC236}">
                <a16:creationId xmlns:a16="http://schemas.microsoft.com/office/drawing/2014/main" id="{7E5AE010-773F-2B43-B401-E57CCB5CD050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flipH="1" flipV="1">
            <a:off x="5660577" y="494011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9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8E16DB-0F0F-994D-A403-C9AB95C3D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8" y="1104756"/>
            <a:ext cx="11798620" cy="7034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tabLst>
                <a:tab pos="525463" algn="l"/>
              </a:tabLst>
            </a:pPr>
            <a:r>
              <a:rPr lang="cs-CZ"/>
              <a:t>Kliknutím lze upravit styl.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09CB4-F383-0740-80DE-33C5455CE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088" y="1994170"/>
            <a:ext cx="11798620" cy="4182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subtitle style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CE389-49B8-6646-8E5E-600A967462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468" y="6356349"/>
            <a:ext cx="947170" cy="302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5C3DE"/>
                </a:solidFill>
              </a:defRPr>
            </a:lvl1pPr>
          </a:lstStyle>
          <a:p>
            <a:r>
              <a:rPr lang="cs-CZ"/>
              <a:t>11/04/2019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2F074-0271-8E4C-A0D5-4D84215F5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03505" y="6356351"/>
            <a:ext cx="10145949" cy="312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5C3DE"/>
                </a:solidFill>
              </a:defRPr>
            </a:lvl1pPr>
          </a:lstStyle>
          <a:p>
            <a:r>
              <a:rPr lang="cs-CZ"/>
              <a:t>Název prezentace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14753-7DC6-624B-84C7-488F2ABE6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8926" y="6356350"/>
            <a:ext cx="401782" cy="312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5C3DE"/>
                </a:solidFill>
              </a:defRPr>
            </a:lvl1pPr>
          </a:lstStyle>
          <a:p>
            <a:fld id="{E57EA1BE-92D9-9E4F-B3B9-F1A717F85676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17" name="Obrázek 16" descr="Obsah obrázku hodiny, objekt, zeď, interiér&#10;&#10;Popis byl vytvořen automaticky">
            <a:extLst>
              <a:ext uri="{FF2B5EF4-FFF2-40B4-BE49-F238E27FC236}">
                <a16:creationId xmlns:a16="http://schemas.microsoft.com/office/drawing/2014/main" id="{5CA00B4A-CF56-DD46-BDEA-778A8A4B833E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216468" y="227013"/>
            <a:ext cx="47752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267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9" r:id="rId2"/>
    <p:sldLayoutId id="2147483669" r:id="rId3"/>
    <p:sldLayoutId id="2147483670" r:id="rId4"/>
    <p:sldLayoutId id="2147483671" r:id="rId5"/>
    <p:sldLayoutId id="2147483672" r:id="rId6"/>
    <p:sldLayoutId id="2147483683" r:id="rId7"/>
    <p:sldLayoutId id="2147483685" r:id="rId8"/>
    <p:sldLayoutId id="2147483673" r:id="rId9"/>
    <p:sldLayoutId id="2147483674" r:id="rId10"/>
    <p:sldLayoutId id="2147483675" r:id="rId11"/>
    <p:sldLayoutId id="2147483676" r:id="rId12"/>
    <p:sldLayoutId id="2147483690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05C3DE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121" userDrawn="1">
          <p15:clr>
            <a:srgbClr val="F26B43"/>
          </p15:clr>
        </p15:guide>
        <p15:guide id="3" pos="7559" userDrawn="1">
          <p15:clr>
            <a:srgbClr val="F26B43"/>
          </p15:clr>
        </p15:guide>
        <p15:guide id="4" orient="horz" pos="686" userDrawn="1">
          <p15:clr>
            <a:srgbClr val="F26B43"/>
          </p15:clr>
        </p15:guide>
        <p15:guide id="5" orient="horz" pos="527" userDrawn="1">
          <p15:clr>
            <a:srgbClr val="F26B43"/>
          </p15:clr>
        </p15:guide>
        <p15:guide id="6" orient="horz" pos="1139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pos="733" userDrawn="1">
          <p15:clr>
            <a:srgbClr val="F26B43"/>
          </p15:clr>
        </p15:guide>
        <p15:guide id="9" orient="horz" pos="3997" userDrawn="1">
          <p15:clr>
            <a:srgbClr val="F26B43"/>
          </p15:clr>
        </p15:guide>
        <p15:guide id="10" orient="horz" pos="3906" userDrawn="1">
          <p15:clr>
            <a:srgbClr val="F26B43"/>
          </p15:clr>
        </p15:guide>
        <p15:guide id="11" orient="horz" pos="4201" userDrawn="1">
          <p15:clr>
            <a:srgbClr val="F26B43"/>
          </p15:clr>
        </p15:guide>
        <p15:guide id="12" orient="horz" pos="119" userDrawn="1">
          <p15:clr>
            <a:srgbClr val="F26B43"/>
          </p15:clr>
        </p15:guide>
        <p15:guide id="13" pos="824" userDrawn="1">
          <p15:clr>
            <a:srgbClr val="F26B43"/>
          </p15:clr>
        </p15:guide>
        <p15:guide id="14" pos="7197" userDrawn="1">
          <p15:clr>
            <a:srgbClr val="F26B43"/>
          </p15:clr>
        </p15:guide>
        <p15:guide id="15" orient="horz" pos="1253" userDrawn="1">
          <p15:clr>
            <a:srgbClr val="F26B43"/>
          </p15:clr>
        </p15:guide>
        <p15:guide id="16" pos="3795" userDrawn="1">
          <p15:clr>
            <a:srgbClr val="F26B43"/>
          </p15:clr>
        </p15:guide>
        <p15:guide id="17" pos="3885" userDrawn="1">
          <p15:clr>
            <a:srgbClr val="F26B43"/>
          </p15:clr>
        </p15:guide>
        <p15:guide id="18" pos="7310" userDrawn="1">
          <p15:clr>
            <a:srgbClr val="F26B43"/>
          </p15:clr>
        </p15:guide>
        <p15:guide id="19" pos="3092" userDrawn="1">
          <p15:clr>
            <a:srgbClr val="F26B43"/>
          </p15:clr>
        </p15:guide>
        <p15:guide id="20" pos="30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CC1E2A1-964A-F34C-B66D-B0320767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0</a:t>
            </a:fld>
            <a:endParaRPr lang="cs-CZ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28A07965-3B41-4CA2-88CB-8990FAE97BB1}"/>
              </a:ext>
            </a:extLst>
          </p:cNvPr>
          <p:cNvSpPr txBox="1"/>
          <p:nvPr/>
        </p:nvSpPr>
        <p:spPr>
          <a:xfrm>
            <a:off x="437498" y="976378"/>
            <a:ext cx="1106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br>
              <a:rPr lang="cs-CZ" sz="1400"/>
            </a:br>
            <a:r>
              <a:rPr lang="cs-CZ"/>
              <a:t>Katedra kybernetiky a biomedicínského inženýrství, FEI, VSB-TUO</a:t>
            </a:r>
            <a:endParaRPr lang="cs-CZ" sz="120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D74B918C-9EC9-439D-96AF-3843C0F6DB42}"/>
              </a:ext>
            </a:extLst>
          </p:cNvPr>
          <p:cNvSpPr/>
          <p:nvPr/>
        </p:nvSpPr>
        <p:spPr>
          <a:xfrm>
            <a:off x="1734830" y="2997945"/>
            <a:ext cx="8469248" cy="1261884"/>
          </a:xfrm>
          <a:prstGeom prst="rect">
            <a:avLst/>
          </a:prstGeom>
        </p:spPr>
        <p:txBody>
          <a:bodyPr wrap="square" lIns="91440" tIns="45720" rIns="91440" bIns="45720" anchor="b">
            <a:spAutoFit/>
          </a:bodyPr>
          <a:lstStyle/>
          <a:p>
            <a:pPr algn="ctr"/>
            <a:r>
              <a:rPr lang="cs-CZ" sz="2000">
                <a:latin typeface="Calibri"/>
                <a:ea typeface="Calibri"/>
                <a:cs typeface="Calibri"/>
              </a:rPr>
              <a:t>Průmyslová robotika II</a:t>
            </a:r>
          </a:p>
          <a:p>
            <a:pPr algn="ctr"/>
            <a:r>
              <a:rPr lang="cs-CZ" sz="2800" b="1">
                <a:solidFill>
                  <a:srgbClr val="05C3DE"/>
                </a:solidFill>
                <a:ea typeface="Calibri"/>
                <a:cs typeface="Calibri"/>
              </a:rPr>
              <a:t>Integrace osvětlení robota klavíristy</a:t>
            </a:r>
          </a:p>
          <a:p>
            <a:pPr algn="ctr"/>
            <a:endParaRPr lang="cs-CZ" sz="2800" b="1">
              <a:solidFill>
                <a:srgbClr val="05C3D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6B712B7-DD3B-7F5E-EF4C-DA40427AF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5924" y="6356351"/>
            <a:ext cx="10145949" cy="312738"/>
          </a:xfrm>
        </p:spPr>
        <p:txBody>
          <a:bodyPr/>
          <a:lstStyle/>
          <a:p>
            <a:pPr algn="ctr"/>
            <a:r>
              <a:rPr lang="cs-CZ"/>
              <a:t>Jan </a:t>
            </a:r>
            <a:r>
              <a:rPr lang="cs-CZ" err="1"/>
              <a:t>Besta</a:t>
            </a:r>
            <a:r>
              <a:rPr lang="cs-CZ"/>
              <a:t> BES0057, František Kaštovský KAS0249, Dalibor Slíva SLI0123</a:t>
            </a:r>
          </a:p>
        </p:txBody>
      </p:sp>
    </p:spTree>
    <p:extLst>
      <p:ext uri="{BB962C8B-B14F-4D97-AF65-F5344CB8AC3E}">
        <p14:creationId xmlns:p14="http://schemas.microsoft.com/office/powerpoint/2010/main" val="2336095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CC1E2A1-964A-F34C-B66D-B0320767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1</a:t>
            </a:fld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D74B918C-9EC9-439D-96AF-3843C0F6DB42}"/>
              </a:ext>
            </a:extLst>
          </p:cNvPr>
          <p:cNvSpPr/>
          <p:nvPr/>
        </p:nvSpPr>
        <p:spPr>
          <a:xfrm>
            <a:off x="300790" y="1145303"/>
            <a:ext cx="11435407" cy="492443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cs-CZ" sz="2600" b="1">
                <a:solidFill>
                  <a:srgbClr val="05C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Integrace osvětlení robota klavíristy</a:t>
            </a:r>
            <a:endParaRPr lang="en-US" sz="2600" b="1">
              <a:solidFill>
                <a:srgbClr val="05C3D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E2BEBD07-ECB7-4336-B2E3-AC4F1D5BE053}"/>
              </a:ext>
            </a:extLst>
          </p:cNvPr>
          <p:cNvSpPr txBox="1"/>
          <p:nvPr/>
        </p:nvSpPr>
        <p:spPr>
          <a:xfrm>
            <a:off x="300790" y="1721419"/>
            <a:ext cx="65010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/>
              <a:t>Robot klavírista disponuje dvojím osvětlením. První osvětlení je ze spodní strany celého systému a umožňuje uživateli zobrazovat vnitřní stavy systému. Druhé osvětlení je pod samotným </a:t>
            </a:r>
            <a:r>
              <a:rPr lang="cs-CZ" err="1"/>
              <a:t>piánem</a:t>
            </a:r>
            <a:r>
              <a:rPr lang="cs-CZ"/>
              <a:t>/klaviaturou a slouží pro vizualizaci zmáčknuté klávesy spolu s vizuálním efektem.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cs-CZ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cs-CZ"/>
          </a:p>
          <a:p>
            <a:endParaRPr lang="en-US"/>
          </a:p>
        </p:txBody>
      </p:sp>
      <p:pic>
        <p:nvPicPr>
          <p:cNvPr id="9" name="Obrázek 8" descr="Obsah obrázku stroj/přístroj, inženýrství, interiér, fabrika&#10;&#10;Obsah generovaný pomocí AI může být nesprávný.">
            <a:extLst>
              <a:ext uri="{FF2B5EF4-FFF2-40B4-BE49-F238E27FC236}">
                <a16:creationId xmlns:a16="http://schemas.microsoft.com/office/drawing/2014/main" id="{9115E2EE-1777-58BA-1316-706200927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576" y="2993457"/>
            <a:ext cx="4692350" cy="351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671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E12D2-D2AC-E885-098A-E78A8D3C0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E231E5F-CF81-287B-D254-A88135D40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2</a:t>
            </a:fld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ECE51C27-BBE1-3969-573E-B92065244056}"/>
              </a:ext>
            </a:extLst>
          </p:cNvPr>
          <p:cNvSpPr/>
          <p:nvPr/>
        </p:nvSpPr>
        <p:spPr>
          <a:xfrm>
            <a:off x="300790" y="1145303"/>
            <a:ext cx="11435407" cy="492443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cs-CZ" sz="2600" b="1">
                <a:solidFill>
                  <a:srgbClr val="05C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Blokové schéma</a:t>
            </a:r>
            <a:endParaRPr lang="en-US" sz="2600" b="1">
              <a:solidFill>
                <a:srgbClr val="05C3D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Obrázek 7" descr="Obsah obrázku text, diagram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1C54AF60-4FA0-13B1-3494-F843E4C4F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291" y="1987499"/>
            <a:ext cx="9669418" cy="372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490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29B40-3A72-EBB7-BCEC-FF09D8D05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B31B70B-64B0-26A2-A95B-A136F826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3</a:t>
            </a:fld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3EE09D5F-CE69-4C1E-5594-E636F3B4D031}"/>
              </a:ext>
            </a:extLst>
          </p:cNvPr>
          <p:cNvSpPr/>
          <p:nvPr/>
        </p:nvSpPr>
        <p:spPr>
          <a:xfrm>
            <a:off x="300790" y="1145303"/>
            <a:ext cx="11435407" cy="492443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cs-CZ" sz="2600" b="1">
                <a:solidFill>
                  <a:srgbClr val="05C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Ukázka toku dat jednoho zmáčknutí klávesy</a:t>
            </a:r>
            <a:endParaRPr lang="en-US" sz="2600" b="1">
              <a:solidFill>
                <a:srgbClr val="05C3D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Obrázek 2" descr="Obsah obrázku text, snímek obrazovky, řada/pruh, bílé&#10;&#10;Obsah generovaný pomocí AI může být nesprávný.">
            <a:extLst>
              <a:ext uri="{FF2B5EF4-FFF2-40B4-BE49-F238E27FC236}">
                <a16:creationId xmlns:a16="http://schemas.microsoft.com/office/drawing/2014/main" id="{9E624B44-7949-A6F1-E9A5-E7A1FC7D0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23" y="2441533"/>
            <a:ext cx="11245674" cy="243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878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39A09-208E-3D3A-DD55-F0ED0F8B8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A9C6CBC-DC8C-9594-5D03-CFA6C441A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4</a:t>
            </a:fld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1A4E8CE7-F4E4-4765-CEF5-800E80CF8C44}"/>
              </a:ext>
            </a:extLst>
          </p:cNvPr>
          <p:cNvSpPr/>
          <p:nvPr/>
        </p:nvSpPr>
        <p:spPr>
          <a:xfrm>
            <a:off x="300790" y="1145303"/>
            <a:ext cx="11435407" cy="492443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cs-CZ" sz="2600" b="1">
                <a:solidFill>
                  <a:srgbClr val="05C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KUKA</a:t>
            </a:r>
            <a:endParaRPr lang="en-US" sz="2600" b="1">
              <a:solidFill>
                <a:srgbClr val="05C3D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Obrázek 3" descr="Obsah obrázku text, diagram, Plán, Písmo&#10;&#10;Obsah generovaný pomocí AI může být nesprávný.">
            <a:extLst>
              <a:ext uri="{FF2B5EF4-FFF2-40B4-BE49-F238E27FC236}">
                <a16:creationId xmlns:a16="http://schemas.microsoft.com/office/drawing/2014/main" id="{7523FBAE-C264-C5B6-BE49-8881703CF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85" y="1646950"/>
            <a:ext cx="10365155" cy="450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160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49448-5EFB-CA2E-664E-F14EA4E82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A158793-331E-1726-88B3-685A103A2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5</a:t>
            </a:fld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BC1987F6-2568-29D9-E3D5-E7A21ACE4677}"/>
              </a:ext>
            </a:extLst>
          </p:cNvPr>
          <p:cNvSpPr/>
          <p:nvPr/>
        </p:nvSpPr>
        <p:spPr>
          <a:xfrm>
            <a:off x="300790" y="1145303"/>
            <a:ext cx="11435407" cy="492443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cs-CZ" sz="2600" b="1">
                <a:solidFill>
                  <a:srgbClr val="05C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3D modely</a:t>
            </a:r>
            <a:endParaRPr lang="en-US" sz="2600" b="1">
              <a:solidFill>
                <a:srgbClr val="05C3D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A2592E6D-D47B-10C6-24FA-86D1712606F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63" r="4763" b="5056"/>
          <a:stretch>
            <a:fillRect/>
          </a:stretch>
        </p:blipFill>
        <p:spPr bwMode="auto">
          <a:xfrm>
            <a:off x="2725769" y="736208"/>
            <a:ext cx="4572000" cy="28232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Obrázek 2">
            <a:extLst>
              <a:ext uri="{FF2B5EF4-FFF2-40B4-BE49-F238E27FC236}">
                <a16:creationId xmlns:a16="http://schemas.microsoft.com/office/drawing/2014/main" id="{9390F779-0317-0EAA-4B18-A59365E6D4E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3" t="4793" r="23779" b="7091"/>
          <a:stretch>
            <a:fillRect/>
          </a:stretch>
        </p:blipFill>
        <p:spPr bwMode="auto">
          <a:xfrm>
            <a:off x="7644311" y="442085"/>
            <a:ext cx="1508216" cy="14064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Obrázek 3">
            <a:extLst>
              <a:ext uri="{FF2B5EF4-FFF2-40B4-BE49-F238E27FC236}">
                <a16:creationId xmlns:a16="http://schemas.microsoft.com/office/drawing/2014/main" id="{DDBDB4B1-7C95-D886-359A-B6CB74B7000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8" t="1598" r="21234" b="4428"/>
          <a:stretch>
            <a:fillRect/>
          </a:stretch>
        </p:blipFill>
        <p:spPr bwMode="auto">
          <a:xfrm>
            <a:off x="7644311" y="1835277"/>
            <a:ext cx="1521933" cy="14064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2AB5178A-2E53-E781-640C-B57059068B3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6" t="12933" r="18486" b="7701"/>
          <a:stretch>
            <a:fillRect/>
          </a:stretch>
        </p:blipFill>
        <p:spPr bwMode="auto">
          <a:xfrm>
            <a:off x="7154110" y="3572518"/>
            <a:ext cx="2847975" cy="25717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Obrázek 9" descr="Obsah obrázku břitva, nářadí&#10;&#10;Obsah generovaný pomocí AI může být nesprávný.">
            <a:extLst>
              <a:ext uri="{FF2B5EF4-FFF2-40B4-BE49-F238E27FC236}">
                <a16:creationId xmlns:a16="http://schemas.microsoft.com/office/drawing/2014/main" id="{FCCDC207-B4BD-F01C-AC0D-A83716868F8B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57" r="18384"/>
          <a:stretch>
            <a:fillRect/>
          </a:stretch>
        </p:blipFill>
        <p:spPr bwMode="auto">
          <a:xfrm>
            <a:off x="8636200" y="3395653"/>
            <a:ext cx="3255010" cy="32607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Obrázek 11" descr="Obsah obrázku krabice, nádoba, design&#10;&#10;Obsah generovaný pomocí AI může být nesprávný.">
            <a:extLst>
              <a:ext uri="{FF2B5EF4-FFF2-40B4-BE49-F238E27FC236}">
                <a16:creationId xmlns:a16="http://schemas.microsoft.com/office/drawing/2014/main" id="{D1FF158E-6BDF-411C-E0B7-7457DBD4BC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592" y="3815213"/>
            <a:ext cx="2962653" cy="1210802"/>
          </a:xfrm>
          <a:prstGeom prst="rect">
            <a:avLst/>
          </a:prstGeom>
        </p:spPr>
      </p:pic>
      <p:pic>
        <p:nvPicPr>
          <p:cNvPr id="13" name="Obrázek 12">
            <a:extLst>
              <a:ext uri="{FF2B5EF4-FFF2-40B4-BE49-F238E27FC236}">
                <a16:creationId xmlns:a16="http://schemas.microsoft.com/office/drawing/2014/main" id="{C82403DC-1FE8-E626-A410-143AF4E153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592" y="2056692"/>
            <a:ext cx="2217136" cy="1502726"/>
          </a:xfrm>
          <a:prstGeom prst="rect">
            <a:avLst/>
          </a:prstGeom>
        </p:spPr>
      </p:pic>
      <p:pic>
        <p:nvPicPr>
          <p:cNvPr id="11" name="Obrázek 10" descr="Obsah obrázku design, nábytek&#10;&#10;Obsah generovaný pomocí AI může být nesprávný.">
            <a:extLst>
              <a:ext uri="{FF2B5EF4-FFF2-40B4-BE49-F238E27FC236}">
                <a16:creationId xmlns:a16="http://schemas.microsoft.com/office/drawing/2014/main" id="{C5DCE505-EEFB-9FA9-32FB-3A0ADEEC58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73419" y="4899705"/>
            <a:ext cx="3399949" cy="1428263"/>
          </a:xfrm>
          <a:prstGeom prst="rect">
            <a:avLst/>
          </a:prstGeom>
        </p:spPr>
      </p:pic>
      <p:pic>
        <p:nvPicPr>
          <p:cNvPr id="8" name="Obrázek 7" descr="Obsah obrázku struhadlo&#10;&#10;Obsah generovaný pomocí AI může být nesprávný.">
            <a:extLst>
              <a:ext uri="{FF2B5EF4-FFF2-40B4-BE49-F238E27FC236}">
                <a16:creationId xmlns:a16="http://schemas.microsoft.com/office/drawing/2014/main" id="{644A7A36-EB44-CDDD-E84D-436A5833FADB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48" t="5325" r="31117" b="2851"/>
          <a:stretch>
            <a:fillRect/>
          </a:stretch>
        </p:blipFill>
        <p:spPr bwMode="auto">
          <a:xfrm>
            <a:off x="9599702" y="255275"/>
            <a:ext cx="2190115" cy="29749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55328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D72B8-5FB8-D636-4E5F-56A11B3BF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AC80A67-FF4F-D487-0DB1-0F18AF248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6</a:t>
            </a:fld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3F7FA90-F41B-91C0-9364-60936126949C}"/>
              </a:ext>
            </a:extLst>
          </p:cNvPr>
          <p:cNvSpPr/>
          <p:nvPr/>
        </p:nvSpPr>
        <p:spPr>
          <a:xfrm>
            <a:off x="300790" y="1145303"/>
            <a:ext cx="11435407" cy="492443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cs-CZ" sz="2600" b="1">
                <a:solidFill>
                  <a:srgbClr val="05C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LED pásky </a:t>
            </a:r>
            <a:endParaRPr lang="en-US" sz="2600" b="1">
              <a:solidFill>
                <a:srgbClr val="05C3D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5A6DEE77-B160-DF8F-BAF3-0A04B218E17F}"/>
              </a:ext>
            </a:extLst>
          </p:cNvPr>
          <p:cNvSpPr txBox="1"/>
          <p:nvPr/>
        </p:nvSpPr>
        <p:spPr>
          <a:xfrm>
            <a:off x="240218" y="1674674"/>
            <a:ext cx="210979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cs-CZ" sz="2200"/>
              <a:t>C++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cs-CZ" sz="220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cs-CZ" sz="2200"/>
              <a:t>rpi_ws281x</a:t>
            </a:r>
          </a:p>
        </p:txBody>
      </p:sp>
      <p:pic>
        <p:nvPicPr>
          <p:cNvPr id="4" name="Obrázek 3" descr="Obsah obrázku interiér, stroj/přístroj, stůl&#10;&#10;Obsah generovaný pomocí AI může být nesprávný.">
            <a:extLst>
              <a:ext uri="{FF2B5EF4-FFF2-40B4-BE49-F238E27FC236}">
                <a16:creationId xmlns:a16="http://schemas.microsoft.com/office/drawing/2014/main" id="{C0D3A627-0A00-0DC9-7A43-46634359E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221" y="3569368"/>
            <a:ext cx="3715976" cy="2786982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A7F30E9D-9728-A872-1EC9-24ED0DC5F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6933" y="832104"/>
            <a:ext cx="7073775" cy="2157984"/>
          </a:xfrm>
          <a:prstGeom prst="rect">
            <a:avLst/>
          </a:prstGeom>
        </p:spPr>
      </p:pic>
      <p:pic>
        <p:nvPicPr>
          <p:cNvPr id="11" name="Obrázek 10" descr="Obsah obrázku snímek obrazovky, diagram, design, umění&#10;&#10;Obsah generovaný pomocí AI může být nesprávný.">
            <a:extLst>
              <a:ext uri="{FF2B5EF4-FFF2-40B4-BE49-F238E27FC236}">
                <a16:creationId xmlns:a16="http://schemas.microsoft.com/office/drawing/2014/main" id="{E417BD61-8A08-C4E3-D3FB-179B055D03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760" t="11203"/>
          <a:stretch>
            <a:fillRect/>
          </a:stretch>
        </p:blipFill>
        <p:spPr>
          <a:xfrm>
            <a:off x="455803" y="2624329"/>
            <a:ext cx="6023994" cy="383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969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7F92D-0233-901F-8A05-CB272F9CD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EC91D34-4295-E7FC-76E0-B18776853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7</a:t>
            </a:fld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A3E4BB11-18C6-869B-04AE-DE3DB5549CBA}"/>
              </a:ext>
            </a:extLst>
          </p:cNvPr>
          <p:cNvSpPr/>
          <p:nvPr/>
        </p:nvSpPr>
        <p:spPr>
          <a:xfrm>
            <a:off x="300790" y="1145303"/>
            <a:ext cx="11435407" cy="492443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cs-CZ" sz="2600" b="1">
                <a:solidFill>
                  <a:srgbClr val="05C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Konstrukce</a:t>
            </a:r>
            <a:endParaRPr lang="en-US" sz="2600" b="1">
              <a:solidFill>
                <a:srgbClr val="05C3D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Obrázek 2" descr="Obsah obrázku vlak, Hliník, veřejná doprava, strop&#10;&#10;Obsah generovaný pomocí AI může být nesprávný.">
            <a:extLst>
              <a:ext uri="{FF2B5EF4-FFF2-40B4-BE49-F238E27FC236}">
                <a16:creationId xmlns:a16="http://schemas.microsoft.com/office/drawing/2014/main" id="{C35F405F-6241-E74F-5B6B-7BE75567C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701" y="518860"/>
            <a:ext cx="3536166" cy="2738934"/>
          </a:xfrm>
          <a:prstGeom prst="rect">
            <a:avLst/>
          </a:prstGeom>
        </p:spPr>
      </p:pic>
      <p:pic>
        <p:nvPicPr>
          <p:cNvPr id="5" name="Obrázek 4" descr="Obsah obrázku interiér, stroj/přístroj, inženýrství, stůl&#10;&#10;Obsah generovaný pomocí AI může být nesprávný.">
            <a:extLst>
              <a:ext uri="{FF2B5EF4-FFF2-40B4-BE49-F238E27FC236}">
                <a16:creationId xmlns:a16="http://schemas.microsoft.com/office/drawing/2014/main" id="{13A73D18-142A-9EEC-E443-1FE7FE4C3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828" y="2158606"/>
            <a:ext cx="4278875" cy="3240504"/>
          </a:xfrm>
          <a:prstGeom prst="rect">
            <a:avLst/>
          </a:prstGeom>
        </p:spPr>
      </p:pic>
      <p:pic>
        <p:nvPicPr>
          <p:cNvPr id="10" name="Obrázek 9" descr="Obsah obrázku elektronika, kabel, Elektrické vedení, Elektronické inženýrství&#10;&#10;Obsah generovaný pomocí AI může být nesprávný.">
            <a:extLst>
              <a:ext uri="{FF2B5EF4-FFF2-40B4-BE49-F238E27FC236}">
                <a16:creationId xmlns:a16="http://schemas.microsoft.com/office/drawing/2014/main" id="{F45CDD2E-3065-A06C-3D7E-DB0568BB04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5860" y="3518235"/>
            <a:ext cx="3543368" cy="265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0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CC1E2A1-964A-F34C-B66D-B0320767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EA1BE-92D9-9E4F-B3B9-F1A717F85676}" type="slidenum">
              <a:rPr lang="cs-CZ" smtClean="0"/>
              <a:t>8</a:t>
            </a:fld>
            <a:endParaRPr lang="cs-CZ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E2BEBD07-ECB7-4336-B2E3-AC4F1D5BE053}"/>
              </a:ext>
            </a:extLst>
          </p:cNvPr>
          <p:cNvSpPr txBox="1"/>
          <p:nvPr/>
        </p:nvSpPr>
        <p:spPr>
          <a:xfrm>
            <a:off x="216468" y="3070825"/>
            <a:ext cx="116509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4400"/>
              <a:t>Děkujeme za pozornost</a:t>
            </a:r>
          </a:p>
          <a:p>
            <a:endParaRPr lang="cs-CZ"/>
          </a:p>
          <a:p>
            <a:endParaRPr lang="en-US"/>
          </a:p>
        </p:txBody>
      </p:sp>
      <p:sp>
        <p:nvSpPr>
          <p:cNvPr id="2" name="Obdélník 1">
            <a:extLst>
              <a:ext uri="{FF2B5EF4-FFF2-40B4-BE49-F238E27FC236}">
                <a16:creationId xmlns:a16="http://schemas.microsoft.com/office/drawing/2014/main" id="{B2D5EB5A-A948-6E47-4013-5B624C88A3E7}"/>
              </a:ext>
            </a:extLst>
          </p:cNvPr>
          <p:cNvSpPr/>
          <p:nvPr/>
        </p:nvSpPr>
        <p:spPr>
          <a:xfrm>
            <a:off x="1782159" y="1189970"/>
            <a:ext cx="8469248" cy="1261884"/>
          </a:xfrm>
          <a:prstGeom prst="rect">
            <a:avLst/>
          </a:prstGeom>
        </p:spPr>
        <p:txBody>
          <a:bodyPr wrap="square" lIns="91440" tIns="45720" rIns="91440" bIns="45720" anchor="b">
            <a:spAutoFit/>
          </a:bodyPr>
          <a:lstStyle/>
          <a:p>
            <a:pPr algn="ctr"/>
            <a:r>
              <a:rPr lang="cs-CZ" sz="2000">
                <a:latin typeface="Calibri"/>
                <a:ea typeface="Calibri"/>
                <a:cs typeface="Calibri"/>
              </a:rPr>
              <a:t>Průmyslová robotika II</a:t>
            </a:r>
          </a:p>
          <a:p>
            <a:pPr algn="ctr"/>
            <a:r>
              <a:rPr lang="cs-CZ" sz="2800" b="1">
                <a:solidFill>
                  <a:srgbClr val="05C3DE"/>
                </a:solidFill>
                <a:ea typeface="Calibri"/>
                <a:cs typeface="Calibri"/>
              </a:rPr>
              <a:t>Integrace osvětlení robota klavíristy </a:t>
            </a:r>
          </a:p>
          <a:p>
            <a:pPr algn="ctr"/>
            <a:endParaRPr lang="cs-CZ" sz="2800" b="1">
              <a:solidFill>
                <a:srgbClr val="05C3D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7738559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S" id="{9D2C78AB-A455-E741-85CA-C11055A2E6DB}" vid="{95D3B5E3-3CBF-A545-94D4-D2BA6EC21C9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F35B7C6428F3942BC985A28E33CC377" ma:contentTypeVersion="12" ma:contentTypeDescription="Vytvoří nový dokument" ma:contentTypeScope="" ma:versionID="1afc9a6ff6065f56f3161a2df7ee6220">
  <xsd:schema xmlns:xsd="http://www.w3.org/2001/XMLSchema" xmlns:xs="http://www.w3.org/2001/XMLSchema" xmlns:p="http://schemas.microsoft.com/office/2006/metadata/properties" xmlns:ns2="27a2ce00-e365-4280-9079-57f3c403b5f2" xmlns:ns3="0754e598-d92b-432a-bfc7-587b8d54ca5c" targetNamespace="http://schemas.microsoft.com/office/2006/metadata/properties" ma:root="true" ma:fieldsID="90d022d625bb7b410754c8122c9f4c1b" ns2:_="" ns3:_="">
    <xsd:import namespace="27a2ce00-e365-4280-9079-57f3c403b5f2"/>
    <xsd:import namespace="0754e598-d92b-432a-bfc7-587b8d54ca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a2ce00-e365-4280-9079-57f3c403b5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Značky obrázků" ma:readOnly="false" ma:fieldId="{5cf76f15-5ced-4ddc-b409-7134ff3c332f}" ma:taxonomyMulti="true" ma:sspId="42107113-769a-4d15-b935-6d8bd9557b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54e598-d92b-432a-bfc7-587b8d54ca5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271fc4c-5cdc-4974-9914-c68f1f75d5b5}" ma:internalName="TaxCatchAll" ma:showField="CatchAllData" ma:web="0754e598-d92b-432a-bfc7-587b8d54ca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754e598-d92b-432a-bfc7-587b8d54ca5c" xsi:nil="true"/>
    <lcf76f155ced4ddcb4097134ff3c332f xmlns="27a2ce00-e365-4280-9079-57f3c403b5f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EA4D693-89AB-422F-A6EA-69D9907BA899}">
  <ds:schemaRefs>
    <ds:schemaRef ds:uri="0754e598-d92b-432a-bfc7-587b8d54ca5c"/>
    <ds:schemaRef ds:uri="27a2ce00-e365-4280-9079-57f3c403b5f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AFE7B15-C92F-4F49-81F1-7267B0A36542}">
  <ds:schemaRefs>
    <ds:schemaRef ds:uri="0754e598-d92b-432a-bfc7-587b8d54ca5c"/>
    <ds:schemaRef ds:uri="27a2ce00-e365-4280-9079-57f3c403b5f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99FA0CE-644E-40E6-9102-403F8243864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1_Custom Design</Template>
  <Application>Microsoft Office PowerPoint</Application>
  <PresentationFormat>Widescreen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Ziovsky Argir</dc:creator>
  <cp:revision>1</cp:revision>
  <dcterms:created xsi:type="dcterms:W3CDTF">2019-09-01T08:00:02Z</dcterms:created>
  <dcterms:modified xsi:type="dcterms:W3CDTF">2025-12-11T08:00:42Z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0x0101009F35B7C6428F3942BC985A28E33CC377</vt:lpwstr>
  </property>
  <property fmtid="{D5CDD505-2E9C-101B-9397-08002B2CF9AE}" pid="3" name="MediaServiceImageTags">
    <vt:lpwstr/>
  </property>
</Properties>
</file>