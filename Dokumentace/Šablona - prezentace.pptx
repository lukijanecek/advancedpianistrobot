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7" r:id="rId4"/>
  </p:sldMasterIdLst>
  <p:notesMasterIdLst>
    <p:notesMasterId r:id="rId8"/>
  </p:notesMasterIdLst>
  <p:handoutMasterIdLst>
    <p:handoutMasterId r:id="rId9"/>
  </p:handoutMasterIdLst>
  <p:sldIdLst>
    <p:sldId id="275" r:id="rId5"/>
    <p:sldId id="301" r:id="rId6"/>
    <p:sldId id="306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ovsky Argir" initials="ZA" lastIdx="1" clrIdx="0">
    <p:extLst>
      <p:ext uri="{19B8F6BF-5375-455C-9EA6-DF929625EA0E}">
        <p15:presenceInfo xmlns:p15="http://schemas.microsoft.com/office/powerpoint/2012/main" userId="S::zio001@vsb.cz::1dc56a10-5d08-49ef-933a-90ca63c0e9b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C3DE"/>
    <a:srgbClr val="0047BB"/>
    <a:srgbClr val="FFB81C"/>
    <a:srgbClr val="E4002B"/>
    <a:srgbClr val="43B02A"/>
    <a:srgbClr val="00A499"/>
    <a:srgbClr val="FF8200"/>
    <a:srgbClr val="8246AF"/>
    <a:srgbClr val="818386"/>
    <a:srgbClr val="A28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9005F-D9EB-4E9B-9AAB-430EA854D4ED}" v="1" dt="2024-10-15T12:37:23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48" y="3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ziorek Jiri" userId="9a82b19d-2ffc-42c5-9aec-b524c31dbef2" providerId="ADAL" clId="{464971FA-FEB7-465A-A924-A9301C30B2D9}"/>
    <pc:docChg chg="custSel addSld delSld modSld">
      <pc:chgData name="Koziorek Jiri" userId="9a82b19d-2ffc-42c5-9aec-b524c31dbef2" providerId="ADAL" clId="{464971FA-FEB7-465A-A924-A9301C30B2D9}" dt="2021-02-11T07:22:56.990" v="771" actId="2696"/>
      <pc:docMkLst>
        <pc:docMk/>
      </pc:docMkLst>
      <pc:sldChg chg="del">
        <pc:chgData name="Koziorek Jiri" userId="9a82b19d-2ffc-42c5-9aec-b524c31dbef2" providerId="ADAL" clId="{464971FA-FEB7-465A-A924-A9301C30B2D9}" dt="2021-02-11T07:08:39.323" v="17" actId="2696"/>
        <pc:sldMkLst>
          <pc:docMk/>
          <pc:sldMk cId="1542858442" sldId="276"/>
        </pc:sldMkLst>
      </pc:sldChg>
      <pc:sldChg chg="del">
        <pc:chgData name="Koziorek Jiri" userId="9a82b19d-2ffc-42c5-9aec-b524c31dbef2" providerId="ADAL" clId="{464971FA-FEB7-465A-A924-A9301C30B2D9}" dt="2021-02-11T07:08:39.345" v="18" actId="2696"/>
        <pc:sldMkLst>
          <pc:docMk/>
          <pc:sldMk cId="1921074248" sldId="277"/>
        </pc:sldMkLst>
      </pc:sldChg>
      <pc:sldChg chg="del">
        <pc:chgData name="Koziorek Jiri" userId="9a82b19d-2ffc-42c5-9aec-b524c31dbef2" providerId="ADAL" clId="{464971FA-FEB7-465A-A924-A9301C30B2D9}" dt="2021-02-11T07:08:39.251" v="13" actId="2696"/>
        <pc:sldMkLst>
          <pc:docMk/>
          <pc:sldMk cId="4199739692" sldId="278"/>
        </pc:sldMkLst>
      </pc:sldChg>
      <pc:sldChg chg="del">
        <pc:chgData name="Koziorek Jiri" userId="9a82b19d-2ffc-42c5-9aec-b524c31dbef2" providerId="ADAL" clId="{464971FA-FEB7-465A-A924-A9301C30B2D9}" dt="2021-02-11T07:08:39.262" v="14" actId="2696"/>
        <pc:sldMkLst>
          <pc:docMk/>
          <pc:sldMk cId="3109783533" sldId="279"/>
        </pc:sldMkLst>
      </pc:sldChg>
      <pc:sldChg chg="del">
        <pc:chgData name="Koziorek Jiri" userId="9a82b19d-2ffc-42c5-9aec-b524c31dbef2" providerId="ADAL" clId="{464971FA-FEB7-465A-A924-A9301C30B2D9}" dt="2021-02-11T07:08:39.295" v="15" actId="2696"/>
        <pc:sldMkLst>
          <pc:docMk/>
          <pc:sldMk cId="3978017322" sldId="281"/>
        </pc:sldMkLst>
      </pc:sldChg>
      <pc:sldChg chg="del">
        <pc:chgData name="Koziorek Jiri" userId="9a82b19d-2ffc-42c5-9aec-b524c31dbef2" providerId="ADAL" clId="{464971FA-FEB7-465A-A924-A9301C30B2D9}" dt="2021-02-11T07:08:39.310" v="16" actId="2696"/>
        <pc:sldMkLst>
          <pc:docMk/>
          <pc:sldMk cId="2396933956" sldId="282"/>
        </pc:sldMkLst>
      </pc:sldChg>
      <pc:sldChg chg="addSp modSp">
        <pc:chgData name="Koziorek Jiri" userId="9a82b19d-2ffc-42c5-9aec-b524c31dbef2" providerId="ADAL" clId="{464971FA-FEB7-465A-A924-A9301C30B2D9}" dt="2021-02-11T07:21:17.380" v="767" actId="20577"/>
        <pc:sldMkLst>
          <pc:docMk/>
          <pc:sldMk cId="881093508" sldId="284"/>
        </pc:sldMkLst>
        <pc:spChg chg="mod">
          <ac:chgData name="Koziorek Jiri" userId="9a82b19d-2ffc-42c5-9aec-b524c31dbef2" providerId="ADAL" clId="{464971FA-FEB7-465A-A924-A9301C30B2D9}" dt="2021-02-11T07:12:43.777" v="163" actId="14100"/>
          <ac:spMkLst>
            <pc:docMk/>
            <pc:sldMk cId="881093508" sldId="284"/>
            <ac:spMk id="8" creationId="{E2BEBD07-ECB7-4336-B2E3-AC4F1D5BE053}"/>
          </ac:spMkLst>
        </pc:spChg>
        <pc:spChg chg="add mod">
          <ac:chgData name="Koziorek Jiri" userId="9a82b19d-2ffc-42c5-9aec-b524c31dbef2" providerId="ADAL" clId="{464971FA-FEB7-465A-A924-A9301C30B2D9}" dt="2021-02-11T07:21:17.380" v="767" actId="20577"/>
          <ac:spMkLst>
            <pc:docMk/>
            <pc:sldMk cId="881093508" sldId="284"/>
            <ac:spMk id="9" creationId="{582B17D2-8626-474A-AFF5-DC7768159EF5}"/>
          </ac:spMkLst>
        </pc:spChg>
        <pc:picChg chg="mod">
          <ac:chgData name="Koziorek Jiri" userId="9a82b19d-2ffc-42c5-9aec-b524c31dbef2" providerId="ADAL" clId="{464971FA-FEB7-465A-A924-A9301C30B2D9}" dt="2021-02-11T07:12:50.294" v="166" actId="1076"/>
          <ac:picMkLst>
            <pc:docMk/>
            <pc:sldMk cId="881093508" sldId="284"/>
            <ac:picMk id="3" creationId="{A1B9C623-1AF7-41AA-BFC2-780F6EA7E6A7}"/>
          </ac:picMkLst>
        </pc:picChg>
      </pc:sldChg>
      <pc:sldChg chg="del">
        <pc:chgData name="Koziorek Jiri" userId="9a82b19d-2ffc-42c5-9aec-b524c31dbef2" providerId="ADAL" clId="{464971FA-FEB7-465A-A924-A9301C30B2D9}" dt="2021-02-11T07:13:08.479" v="167" actId="2696"/>
        <pc:sldMkLst>
          <pc:docMk/>
          <pc:sldMk cId="2023622824" sldId="285"/>
        </pc:sldMkLst>
      </pc:sldChg>
      <pc:sldChg chg="del">
        <pc:chgData name="Koziorek Jiri" userId="9a82b19d-2ffc-42c5-9aec-b524c31dbef2" providerId="ADAL" clId="{464971FA-FEB7-465A-A924-A9301C30B2D9}" dt="2021-02-11T07:13:08.496" v="168" actId="2696"/>
        <pc:sldMkLst>
          <pc:docMk/>
          <pc:sldMk cId="2078698179" sldId="286"/>
        </pc:sldMkLst>
      </pc:sldChg>
      <pc:sldChg chg="del">
        <pc:chgData name="Koziorek Jiri" userId="9a82b19d-2ffc-42c5-9aec-b524c31dbef2" providerId="ADAL" clId="{464971FA-FEB7-465A-A924-A9301C30B2D9}" dt="2021-02-11T07:13:08.512" v="169" actId="2696"/>
        <pc:sldMkLst>
          <pc:docMk/>
          <pc:sldMk cId="875904253" sldId="287"/>
        </pc:sldMkLst>
      </pc:sldChg>
      <pc:sldChg chg="addSp delSp modSp">
        <pc:chgData name="Koziorek Jiri" userId="9a82b19d-2ffc-42c5-9aec-b524c31dbef2" providerId="ADAL" clId="{464971FA-FEB7-465A-A924-A9301C30B2D9}" dt="2021-02-11T07:21:49.741" v="770"/>
        <pc:sldMkLst>
          <pc:docMk/>
          <pc:sldMk cId="3059653922" sldId="288"/>
        </pc:sldMkLst>
        <pc:spChg chg="mod">
          <ac:chgData name="Koziorek Jiri" userId="9a82b19d-2ffc-42c5-9aec-b524c31dbef2" providerId="ADAL" clId="{464971FA-FEB7-465A-A924-A9301C30B2D9}" dt="2021-02-11T07:21:34.262" v="769" actId="20577"/>
          <ac:spMkLst>
            <pc:docMk/>
            <pc:sldMk cId="3059653922" sldId="288"/>
            <ac:spMk id="5" creationId="{10839AD1-486C-9041-A567-3E7340E41D29}"/>
          </ac:spMkLst>
        </pc:spChg>
        <pc:spChg chg="mod">
          <ac:chgData name="Koziorek Jiri" userId="9a82b19d-2ffc-42c5-9aec-b524c31dbef2" providerId="ADAL" clId="{464971FA-FEB7-465A-A924-A9301C30B2D9}" dt="2021-02-11T07:13:23.867" v="260" actId="1036"/>
          <ac:spMkLst>
            <pc:docMk/>
            <pc:sldMk cId="3059653922" sldId="288"/>
            <ac:spMk id="7" creationId="{D74B918C-9EC9-439D-96AF-3843C0F6DB42}"/>
          </ac:spMkLst>
        </pc:spChg>
        <pc:spChg chg="mod">
          <ac:chgData name="Koziorek Jiri" userId="9a82b19d-2ffc-42c5-9aec-b524c31dbef2" providerId="ADAL" clId="{464971FA-FEB7-465A-A924-A9301C30B2D9}" dt="2021-02-11T07:13:23.867" v="260" actId="1036"/>
          <ac:spMkLst>
            <pc:docMk/>
            <pc:sldMk cId="3059653922" sldId="288"/>
            <ac:spMk id="8" creationId="{E2BEBD07-ECB7-4336-B2E3-AC4F1D5BE053}"/>
          </ac:spMkLst>
        </pc:spChg>
        <pc:spChg chg="add del mod">
          <ac:chgData name="Koziorek Jiri" userId="9a82b19d-2ffc-42c5-9aec-b524c31dbef2" providerId="ADAL" clId="{464971FA-FEB7-465A-A924-A9301C30B2D9}" dt="2021-02-11T07:12:25.401" v="87" actId="478"/>
          <ac:spMkLst>
            <pc:docMk/>
            <pc:sldMk cId="3059653922" sldId="288"/>
            <ac:spMk id="10" creationId="{1E1FC5D0-D7E1-4A6F-B857-4379EC3C06B9}"/>
          </ac:spMkLst>
        </pc:spChg>
        <pc:spChg chg="add mod">
          <ac:chgData name="Koziorek Jiri" userId="9a82b19d-2ffc-42c5-9aec-b524c31dbef2" providerId="ADAL" clId="{464971FA-FEB7-465A-A924-A9301C30B2D9}" dt="2021-02-11T07:21:49.741" v="770"/>
          <ac:spMkLst>
            <pc:docMk/>
            <pc:sldMk cId="3059653922" sldId="288"/>
            <ac:spMk id="11" creationId="{DFCA7762-78AD-4027-89B0-DCFBA82C25B0}"/>
          </ac:spMkLst>
        </pc:spChg>
        <pc:picChg chg="mod">
          <ac:chgData name="Koziorek Jiri" userId="9a82b19d-2ffc-42c5-9aec-b524c31dbef2" providerId="ADAL" clId="{464971FA-FEB7-465A-A924-A9301C30B2D9}" dt="2021-02-11T07:13:23.867" v="260" actId="1036"/>
          <ac:picMkLst>
            <pc:docMk/>
            <pc:sldMk cId="3059653922" sldId="288"/>
            <ac:picMk id="14" creationId="{A146AA04-E9BB-44C7-AF1F-B7CB0C0669CC}"/>
          </ac:picMkLst>
        </pc:picChg>
        <pc:picChg chg="del">
          <ac:chgData name="Koziorek Jiri" userId="9a82b19d-2ffc-42c5-9aec-b524c31dbef2" providerId="ADAL" clId="{464971FA-FEB7-465A-A924-A9301C30B2D9}" dt="2021-02-11T07:10:54.885" v="82" actId="478"/>
          <ac:picMkLst>
            <pc:docMk/>
            <pc:sldMk cId="3059653922" sldId="288"/>
            <ac:picMk id="16" creationId="{B8544645-FDC5-4C9C-BE3F-BC2033D9896C}"/>
          </ac:picMkLst>
        </pc:picChg>
      </pc:sldChg>
      <pc:sldChg chg="del">
        <pc:chgData name="Koziorek Jiri" userId="9a82b19d-2ffc-42c5-9aec-b524c31dbef2" providerId="ADAL" clId="{464971FA-FEB7-465A-A924-A9301C30B2D9}" dt="2021-02-11T07:18:17.312" v="750" actId="2696"/>
        <pc:sldMkLst>
          <pc:docMk/>
          <pc:sldMk cId="1840626361" sldId="289"/>
        </pc:sldMkLst>
      </pc:sldChg>
      <pc:sldChg chg="del">
        <pc:chgData name="Koziorek Jiri" userId="9a82b19d-2ffc-42c5-9aec-b524c31dbef2" providerId="ADAL" clId="{464971FA-FEB7-465A-A924-A9301C30B2D9}" dt="2021-02-11T07:10:47.378" v="81" actId="2696"/>
        <pc:sldMkLst>
          <pc:docMk/>
          <pc:sldMk cId="3220685705" sldId="290"/>
        </pc:sldMkLst>
      </pc:sldChg>
      <pc:sldChg chg="delSp modSp">
        <pc:chgData name="Koziorek Jiri" userId="9a82b19d-2ffc-42c5-9aec-b524c31dbef2" providerId="ADAL" clId="{464971FA-FEB7-465A-A924-A9301C30B2D9}" dt="2021-02-11T07:10:09.290" v="80" actId="20577"/>
        <pc:sldMkLst>
          <pc:docMk/>
          <pc:sldMk cId="1715737024" sldId="291"/>
        </pc:sldMkLst>
        <pc:spChg chg="del">
          <ac:chgData name="Koziorek Jiri" userId="9a82b19d-2ffc-42c5-9aec-b524c31dbef2" providerId="ADAL" clId="{464971FA-FEB7-465A-A924-A9301C30B2D9}" dt="2021-02-11T07:09:53.673" v="53" actId="478"/>
          <ac:spMkLst>
            <pc:docMk/>
            <pc:sldMk cId="1715737024" sldId="291"/>
            <ac:spMk id="3" creationId="{D6BFB00F-B98A-45CD-80AB-54F4F932520F}"/>
          </ac:spMkLst>
        </pc:spChg>
        <pc:spChg chg="mod">
          <ac:chgData name="Koziorek Jiri" userId="9a82b19d-2ffc-42c5-9aec-b524c31dbef2" providerId="ADAL" clId="{464971FA-FEB7-465A-A924-A9301C30B2D9}" dt="2021-02-11T07:10:09.290" v="80" actId="20577"/>
          <ac:spMkLst>
            <pc:docMk/>
            <pc:sldMk cId="1715737024" sldId="291"/>
            <ac:spMk id="8" creationId="{E2BEBD07-ECB7-4336-B2E3-AC4F1D5BE053}"/>
          </ac:spMkLst>
        </pc:spChg>
        <pc:picChg chg="del">
          <ac:chgData name="Koziorek Jiri" userId="9a82b19d-2ffc-42c5-9aec-b524c31dbef2" providerId="ADAL" clId="{464971FA-FEB7-465A-A924-A9301C30B2D9}" dt="2021-02-11T07:09:50.067" v="52" actId="478"/>
          <ac:picMkLst>
            <pc:docMk/>
            <pc:sldMk cId="1715737024" sldId="291"/>
            <ac:picMk id="10" creationId="{6D9C145B-D366-4868-93D0-E5719B0CCA2F}"/>
          </ac:picMkLst>
        </pc:picChg>
      </pc:sldChg>
      <pc:sldChg chg="add del">
        <pc:chgData name="Koziorek Jiri" userId="9a82b19d-2ffc-42c5-9aec-b524c31dbef2" providerId="ADAL" clId="{464971FA-FEB7-465A-A924-A9301C30B2D9}" dt="2021-02-11T07:20:01.488" v="759" actId="2696"/>
        <pc:sldMkLst>
          <pc:docMk/>
          <pc:sldMk cId="3214185961" sldId="293"/>
        </pc:sldMkLst>
      </pc:sldChg>
      <pc:sldChg chg="add del">
        <pc:chgData name="Koziorek Jiri" userId="9a82b19d-2ffc-42c5-9aec-b524c31dbef2" providerId="ADAL" clId="{464971FA-FEB7-465A-A924-A9301C30B2D9}" dt="2021-02-11T07:20:01.502" v="760" actId="2696"/>
        <pc:sldMkLst>
          <pc:docMk/>
          <pc:sldMk cId="4089305294" sldId="294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3365276555" sldId="295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230135441" sldId="296"/>
        </pc:sldMkLst>
      </pc:sldChg>
      <pc:sldChg chg="del">
        <pc:chgData name="Koziorek Jiri" userId="9a82b19d-2ffc-42c5-9aec-b524c31dbef2" providerId="ADAL" clId="{464971FA-FEB7-465A-A924-A9301C30B2D9}" dt="2021-02-11T07:19:40.682" v="752" actId="2696"/>
        <pc:sldMkLst>
          <pc:docMk/>
          <pc:sldMk cId="2758096756" sldId="299"/>
        </pc:sldMkLst>
      </pc:sldChg>
      <pc:sldChg chg="add del">
        <pc:chgData name="Koziorek Jiri" userId="9a82b19d-2ffc-42c5-9aec-b524c31dbef2" providerId="ADAL" clId="{464971FA-FEB7-465A-A924-A9301C30B2D9}" dt="2021-02-11T07:20:01.366" v="758" actId="2696"/>
        <pc:sldMkLst>
          <pc:docMk/>
          <pc:sldMk cId="525144772" sldId="300"/>
        </pc:sldMkLst>
      </pc:sldChg>
      <pc:sldChg chg="add">
        <pc:chgData name="Koziorek Jiri" userId="9a82b19d-2ffc-42c5-9aec-b524c31dbef2" providerId="ADAL" clId="{464971FA-FEB7-465A-A924-A9301C30B2D9}" dt="2021-02-11T07:19:56.586" v="757"/>
        <pc:sldMkLst>
          <pc:docMk/>
          <pc:sldMk cId="1694606857" sldId="304"/>
        </pc:sldMkLst>
      </pc:sldChg>
      <pc:sldChg chg="del">
        <pc:chgData name="Koziorek Jiri" userId="9a82b19d-2ffc-42c5-9aec-b524c31dbef2" providerId="ADAL" clId="{464971FA-FEB7-465A-A924-A9301C30B2D9}" dt="2021-02-11T07:13:08.530" v="170" actId="2696"/>
        <pc:sldMkLst>
          <pc:docMk/>
          <pc:sldMk cId="4142112356" sldId="306"/>
        </pc:sldMkLst>
      </pc:sldChg>
      <pc:sldChg chg="del">
        <pc:chgData name="Koziorek Jiri" userId="9a82b19d-2ffc-42c5-9aec-b524c31dbef2" providerId="ADAL" clId="{464971FA-FEB7-465A-A924-A9301C30B2D9}" dt="2021-02-11T07:22:56.990" v="771" actId="2696"/>
        <pc:sldMkLst>
          <pc:docMk/>
          <pc:sldMk cId="3614288455" sldId="310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2080489637" sldId="311"/>
        </pc:sldMkLst>
      </pc:sldChg>
      <pc:sldChg chg="del">
        <pc:chgData name="Koziorek Jiri" userId="9a82b19d-2ffc-42c5-9aec-b524c31dbef2" providerId="ADAL" clId="{464971FA-FEB7-465A-A924-A9301C30B2D9}" dt="2021-02-10T15:44:15.873" v="7" actId="2696"/>
        <pc:sldMkLst>
          <pc:docMk/>
          <pc:sldMk cId="334930495" sldId="312"/>
        </pc:sldMkLst>
      </pc:sldChg>
      <pc:sldChg chg="add del">
        <pc:chgData name="Koziorek Jiri" userId="9a82b19d-2ffc-42c5-9aec-b524c31dbef2" providerId="ADAL" clId="{464971FA-FEB7-465A-A924-A9301C30B2D9}" dt="2021-02-10T15:45:24.555" v="11"/>
        <pc:sldMkLst>
          <pc:docMk/>
          <pc:sldMk cId="522452738" sldId="313"/>
        </pc:sldMkLst>
      </pc:sldChg>
      <pc:sldChg chg="del">
        <pc:chgData name="Koziorek Jiri" userId="9a82b19d-2ffc-42c5-9aec-b524c31dbef2" providerId="ADAL" clId="{464971FA-FEB7-465A-A924-A9301C30B2D9}" dt="2021-02-11T07:09:24.807" v="20" actId="2696"/>
        <pc:sldMkLst>
          <pc:docMk/>
          <pc:sldMk cId="3323112769" sldId="314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858424530" sldId="315"/>
        </pc:sldMkLst>
      </pc:sldChg>
      <pc:sldChg chg="del">
        <pc:chgData name="Koziorek Jiri" userId="9a82b19d-2ffc-42c5-9aec-b524c31dbef2" providerId="ADAL" clId="{464971FA-FEB7-465A-A924-A9301C30B2D9}" dt="2021-02-11T07:09:24.843" v="22" actId="2696"/>
        <pc:sldMkLst>
          <pc:docMk/>
          <pc:sldMk cId="3772970113" sldId="316"/>
        </pc:sldMkLst>
      </pc:sldChg>
      <pc:sldChg chg="del">
        <pc:chgData name="Koziorek Jiri" userId="9a82b19d-2ffc-42c5-9aec-b524c31dbef2" providerId="ADAL" clId="{464971FA-FEB7-465A-A924-A9301C30B2D9}" dt="2021-02-11T07:09:24.829" v="21" actId="2696"/>
        <pc:sldMkLst>
          <pc:docMk/>
          <pc:sldMk cId="1802277587" sldId="317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139693869" sldId="319"/>
        </pc:sldMkLst>
      </pc:sldChg>
      <pc:sldChg chg="del">
        <pc:chgData name="Koziorek Jiri" userId="9a82b19d-2ffc-42c5-9aec-b524c31dbef2" providerId="ADAL" clId="{464971FA-FEB7-465A-A924-A9301C30B2D9}" dt="2021-02-11T07:13:08.541" v="171" actId="2696"/>
        <pc:sldMkLst>
          <pc:docMk/>
          <pc:sldMk cId="244521884" sldId="320"/>
        </pc:sldMkLst>
      </pc:sldChg>
      <pc:sldChg chg="del">
        <pc:chgData name="Koziorek Jiri" userId="9a82b19d-2ffc-42c5-9aec-b524c31dbef2" providerId="ADAL" clId="{464971FA-FEB7-465A-A924-A9301C30B2D9}" dt="2021-02-11T07:19:40.721" v="753" actId="2696"/>
        <pc:sldMkLst>
          <pc:docMk/>
          <pc:sldMk cId="3283805631" sldId="321"/>
        </pc:sldMkLst>
      </pc:sldChg>
      <pc:sldChg chg="del">
        <pc:chgData name="Koziorek Jiri" userId="9a82b19d-2ffc-42c5-9aec-b524c31dbef2" providerId="ADAL" clId="{464971FA-FEB7-465A-A924-A9301C30B2D9}" dt="2021-02-11T07:19:40.742" v="754" actId="2696"/>
        <pc:sldMkLst>
          <pc:docMk/>
          <pc:sldMk cId="3331998544" sldId="322"/>
        </pc:sldMkLst>
      </pc:sldChg>
      <pc:sldChg chg="del">
        <pc:chgData name="Koziorek Jiri" userId="9a82b19d-2ffc-42c5-9aec-b524c31dbef2" providerId="ADAL" clId="{464971FA-FEB7-465A-A924-A9301C30B2D9}" dt="2021-02-11T07:19:40.763" v="755" actId="2696"/>
        <pc:sldMkLst>
          <pc:docMk/>
          <pc:sldMk cId="1378490231" sldId="323"/>
        </pc:sldMkLst>
      </pc:sldChg>
      <pc:sldChg chg="del">
        <pc:chgData name="Koziorek Jiri" userId="9a82b19d-2ffc-42c5-9aec-b524c31dbef2" providerId="ADAL" clId="{464971FA-FEB7-465A-A924-A9301C30B2D9}" dt="2021-02-11T07:19:40.781" v="756" actId="2696"/>
        <pc:sldMkLst>
          <pc:docMk/>
          <pc:sldMk cId="3605934085" sldId="324"/>
        </pc:sldMkLst>
      </pc:sldChg>
      <pc:sldChg chg="addSp">
        <pc:chgData name="Koziorek Jiri" userId="9a82b19d-2ffc-42c5-9aec-b524c31dbef2" providerId="ADAL" clId="{464971FA-FEB7-465A-A924-A9301C30B2D9}" dt="2021-02-10T15:45:09.010" v="10"/>
        <pc:sldMkLst>
          <pc:docMk/>
          <pc:sldMk cId="746033344" sldId="325"/>
        </pc:sldMkLst>
        <pc:spChg chg="add">
          <ac:chgData name="Koziorek Jiri" userId="9a82b19d-2ffc-42c5-9aec-b524c31dbef2" providerId="ADAL" clId="{464971FA-FEB7-465A-A924-A9301C30B2D9}" dt="2021-02-10T15:44:24.933" v="8"/>
          <ac:spMkLst>
            <pc:docMk/>
            <pc:sldMk cId="746033344" sldId="325"/>
            <ac:spMk id="3" creationId="{620A70C7-ACE7-41ED-879E-CA3B1311F002}"/>
          </ac:spMkLst>
        </pc:spChg>
        <pc:spChg chg="add">
          <ac:chgData name="Koziorek Jiri" userId="9a82b19d-2ffc-42c5-9aec-b524c31dbef2" providerId="ADAL" clId="{464971FA-FEB7-465A-A924-A9301C30B2D9}" dt="2021-02-10T15:45:04.243" v="9"/>
          <ac:spMkLst>
            <pc:docMk/>
            <pc:sldMk cId="746033344" sldId="325"/>
            <ac:spMk id="9" creationId="{A262BDAC-AFB8-4DC2-8C46-573D2A2B4BCB}"/>
          </ac:spMkLst>
        </pc:spChg>
        <pc:spChg chg="add">
          <ac:chgData name="Koziorek Jiri" userId="9a82b19d-2ffc-42c5-9aec-b524c31dbef2" providerId="ADAL" clId="{464971FA-FEB7-465A-A924-A9301C30B2D9}" dt="2021-02-10T15:45:09.010" v="10"/>
          <ac:spMkLst>
            <pc:docMk/>
            <pc:sldMk cId="746033344" sldId="325"/>
            <ac:spMk id="10" creationId="{0D43E22D-5931-4704-A3AD-D061CC0441BF}"/>
          </ac:spMkLst>
        </pc:spChg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3659400550" sldId="326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536102708" sldId="327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2318538512" sldId="328"/>
        </pc:sldMkLst>
      </pc:sldChg>
      <pc:sldChg chg="add">
        <pc:chgData name="Koziorek Jiri" userId="9a82b19d-2ffc-42c5-9aec-b524c31dbef2" providerId="ADAL" clId="{464971FA-FEB7-465A-A924-A9301C30B2D9}" dt="2021-02-10T15:45:24.555" v="11"/>
        <pc:sldMkLst>
          <pc:docMk/>
          <pc:sldMk cId="3956550008" sldId="329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2494437257" sldId="330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2385823595" sldId="331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3783888895" sldId="332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1284196177" sldId="333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448209646" sldId="334"/>
        </pc:sldMkLst>
      </pc:sldChg>
      <pc:sldChg chg="add">
        <pc:chgData name="Koziorek Jiri" userId="9a82b19d-2ffc-42c5-9aec-b524c31dbef2" providerId="ADAL" clId="{464971FA-FEB7-465A-A924-A9301C30B2D9}" dt="2021-02-11T07:08:25.706" v="12"/>
        <pc:sldMkLst>
          <pc:docMk/>
          <pc:sldMk cId="3190375110" sldId="335"/>
        </pc:sldMkLst>
      </pc:sldChg>
      <pc:sldChg chg="add">
        <pc:chgData name="Koziorek Jiri" userId="9a82b19d-2ffc-42c5-9aec-b524c31dbef2" providerId="ADAL" clId="{464971FA-FEB7-465A-A924-A9301C30B2D9}" dt="2021-02-11T07:09:18.687" v="19"/>
        <pc:sldMkLst>
          <pc:docMk/>
          <pc:sldMk cId="1504730978" sldId="336"/>
        </pc:sldMkLst>
      </pc:sldChg>
      <pc:sldChg chg="add">
        <pc:chgData name="Koziorek Jiri" userId="9a82b19d-2ffc-42c5-9aec-b524c31dbef2" providerId="ADAL" clId="{464971FA-FEB7-465A-A924-A9301C30B2D9}" dt="2021-02-11T07:09:18.687" v="19"/>
        <pc:sldMkLst>
          <pc:docMk/>
          <pc:sldMk cId="1170415027" sldId="337"/>
        </pc:sldMkLst>
      </pc:sldChg>
      <pc:sldChg chg="add">
        <pc:chgData name="Koziorek Jiri" userId="9a82b19d-2ffc-42c5-9aec-b524c31dbef2" providerId="ADAL" clId="{464971FA-FEB7-465A-A924-A9301C30B2D9}" dt="2021-02-11T07:09:18.687" v="19"/>
        <pc:sldMkLst>
          <pc:docMk/>
          <pc:sldMk cId="1259123073" sldId="338"/>
        </pc:sldMkLst>
      </pc:sldChg>
      <pc:sldChg chg="add">
        <pc:chgData name="Koziorek Jiri" userId="9a82b19d-2ffc-42c5-9aec-b524c31dbef2" providerId="ADAL" clId="{464971FA-FEB7-465A-A924-A9301C30B2D9}" dt="2021-02-11T07:19:33.510" v="751"/>
        <pc:sldMkLst>
          <pc:docMk/>
          <pc:sldMk cId="3565925065" sldId="339"/>
        </pc:sldMkLst>
      </pc:sldChg>
      <pc:sldChg chg="add">
        <pc:chgData name="Koziorek Jiri" userId="9a82b19d-2ffc-42c5-9aec-b524c31dbef2" providerId="ADAL" clId="{464971FA-FEB7-465A-A924-A9301C30B2D9}" dt="2021-02-11T07:19:33.510" v="751"/>
        <pc:sldMkLst>
          <pc:docMk/>
          <pc:sldMk cId="710117265" sldId="340"/>
        </pc:sldMkLst>
      </pc:sldChg>
      <pc:sldChg chg="add">
        <pc:chgData name="Koziorek Jiri" userId="9a82b19d-2ffc-42c5-9aec-b524c31dbef2" providerId="ADAL" clId="{464971FA-FEB7-465A-A924-A9301C30B2D9}" dt="2021-02-11T07:19:33.510" v="751"/>
        <pc:sldMkLst>
          <pc:docMk/>
          <pc:sldMk cId="2974878073" sldId="341"/>
        </pc:sldMkLst>
      </pc:sldChg>
      <pc:sldChg chg="add">
        <pc:chgData name="Koziorek Jiri" userId="9a82b19d-2ffc-42c5-9aec-b524c31dbef2" providerId="ADAL" clId="{464971FA-FEB7-465A-A924-A9301C30B2D9}" dt="2021-02-11T07:19:56.586" v="757"/>
        <pc:sldMkLst>
          <pc:docMk/>
          <pc:sldMk cId="396108323" sldId="342"/>
        </pc:sldMkLst>
      </pc:sldChg>
      <pc:sldChg chg="add">
        <pc:chgData name="Koziorek Jiri" userId="9a82b19d-2ffc-42c5-9aec-b524c31dbef2" providerId="ADAL" clId="{464971FA-FEB7-465A-A924-A9301C30B2D9}" dt="2021-02-11T07:19:56.586" v="757"/>
        <pc:sldMkLst>
          <pc:docMk/>
          <pc:sldMk cId="3331998544" sldId="343"/>
        </pc:sldMkLst>
      </pc:sldChg>
    </pc:docChg>
  </pc:docChgLst>
  <pc:docChgLst>
    <pc:chgData name="Uživatel typu Host" userId="S::urn:spo:anon#65e7a78adc591538916abbd9ee30d74acf767aa96e3782203dafd350b418258d::" providerId="AD" clId="Web-{596627C7-E770-FA1A-F23E-48A31B4D1720}"/>
    <pc:docChg chg="addSld delSld modSld sldOrd">
      <pc:chgData name="Uživatel typu Host" userId="S::urn:spo:anon#65e7a78adc591538916abbd9ee30d74acf767aa96e3782203dafd350b418258d::" providerId="AD" clId="Web-{596627C7-E770-FA1A-F23E-48A31B4D1720}" dt="2021-02-09T07:05:07.388" v="32"/>
      <pc:docMkLst>
        <pc:docMk/>
      </pc:docMkLst>
      <pc:sldChg chg="addSp delSp modSp">
        <pc:chgData name="Uživatel typu Host" userId="S::urn:spo:anon#65e7a78adc591538916abbd9ee30d74acf767aa96e3782203dafd350b418258d::" providerId="AD" clId="Web-{596627C7-E770-FA1A-F23E-48A31B4D1720}" dt="2021-02-09T07:03:13.447" v="10"/>
        <pc:sldMkLst>
          <pc:docMk/>
          <pc:sldMk cId="4199739692" sldId="278"/>
        </pc:sldMkLst>
        <pc:picChg chg="add del mod">
          <ac:chgData name="Uživatel typu Host" userId="S::urn:spo:anon#65e7a78adc591538916abbd9ee30d74acf767aa96e3782203dafd350b418258d::" providerId="AD" clId="Web-{596627C7-E770-FA1A-F23E-48A31B4D1720}" dt="2021-02-09T07:03:13.447" v="10"/>
          <ac:picMkLst>
            <pc:docMk/>
            <pc:sldMk cId="4199739692" sldId="278"/>
            <ac:picMk id="3" creationId="{DE1AEEB2-6AA4-4BC5-8D43-A9E8A6B55CE8}"/>
          </ac:picMkLst>
        </pc:picChg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591" v="26"/>
        <pc:sldMkLst>
          <pc:docMk/>
          <pc:sldMk cId="3214185961" sldId="293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747" v="27"/>
        <pc:sldMkLst>
          <pc:docMk/>
          <pc:sldMk cId="4089305294" sldId="294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997" v="29"/>
        <pc:sldMkLst>
          <pc:docMk/>
          <pc:sldMk cId="3365276555" sldId="295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7.122" v="30"/>
        <pc:sldMkLst>
          <pc:docMk/>
          <pc:sldMk cId="230135441" sldId="296"/>
        </pc:sldMkLst>
      </pc:sldChg>
      <pc:sldChg chg="add del ord">
        <pc:chgData name="Uživatel typu Host" userId="S::urn:spo:anon#65e7a78adc591538916abbd9ee30d74acf767aa96e3782203dafd350b418258d::" providerId="AD" clId="Web-{596627C7-E770-FA1A-F23E-48A31B4D1720}" dt="2021-02-09T07:05:06.466" v="25"/>
        <pc:sldMkLst>
          <pc:docMk/>
          <pc:sldMk cId="525144772" sldId="300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6.857" v="28"/>
        <pc:sldMkLst>
          <pc:docMk/>
          <pc:sldMk cId="2080489637" sldId="311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7.388" v="32"/>
        <pc:sldMkLst>
          <pc:docMk/>
          <pc:sldMk cId="334930495" sldId="312"/>
        </pc:sldMkLst>
      </pc:sldChg>
      <pc:sldChg chg="add del">
        <pc:chgData name="Uživatel typu Host" userId="S::urn:spo:anon#65e7a78adc591538916abbd9ee30d74acf767aa96e3782203dafd350b418258d::" providerId="AD" clId="Web-{596627C7-E770-FA1A-F23E-48A31B4D1720}" dt="2021-02-09T07:05:07.263" v="31"/>
        <pc:sldMkLst>
          <pc:docMk/>
          <pc:sldMk cId="522452738" sldId="313"/>
        </pc:sldMkLst>
      </pc:sldChg>
      <pc:sldChg chg="new del">
        <pc:chgData name="Uživatel typu Host" userId="S::urn:spo:anon#65e7a78adc591538916abbd9ee30d74acf767aa96e3782203dafd350b418258d::" providerId="AD" clId="Web-{596627C7-E770-FA1A-F23E-48A31B4D1720}" dt="2021-02-09T07:05:01.779" v="24"/>
        <pc:sldMkLst>
          <pc:docMk/>
          <pc:sldMk cId="145599089" sldId="326"/>
        </pc:sldMkLst>
      </pc:sldChg>
      <pc:sldChg chg="addSp delSp modSp add del replId">
        <pc:chgData name="Uživatel typu Host" userId="S::urn:spo:anon#65e7a78adc591538916abbd9ee30d74acf767aa96e3782203dafd350b418258d::" providerId="AD" clId="Web-{596627C7-E770-FA1A-F23E-48A31B4D1720}" dt="2021-02-09T07:05:00.029" v="23"/>
        <pc:sldMkLst>
          <pc:docMk/>
          <pc:sldMk cId="8679023" sldId="327"/>
        </pc:sldMkLst>
        <pc:picChg chg="add del mod">
          <ac:chgData name="Uživatel typu Host" userId="S::urn:spo:anon#65e7a78adc591538916abbd9ee30d74acf767aa96e3782203dafd350b418258d::" providerId="AD" clId="Web-{596627C7-E770-FA1A-F23E-48A31B4D1720}" dt="2021-02-09T07:04:20.856" v="16"/>
          <ac:picMkLst>
            <pc:docMk/>
            <pc:sldMk cId="8679023" sldId="327"/>
            <ac:picMk id="5" creationId="{96CD7EA9-3B5F-4ABD-9A98-90BABA953C01}"/>
          </ac:picMkLst>
        </pc:picChg>
        <pc:inkChg chg="add del">
          <ac:chgData name="Uživatel typu Host" userId="S::urn:spo:anon#65e7a78adc591538916abbd9ee30d74acf767aa96e3782203dafd350b418258d::" providerId="AD" clId="Web-{596627C7-E770-FA1A-F23E-48A31B4D1720}" dt="2021-02-09T07:04:18.199" v="15"/>
          <ac:inkMkLst>
            <pc:docMk/>
            <pc:sldMk cId="8679023" sldId="327"/>
            <ac:inkMk id="6" creationId="{630976D0-9648-4F94-AAEE-E2D683B7038D}"/>
          </ac:inkMkLst>
        </pc:inkChg>
        <pc:inkChg chg="add del">
          <ac:chgData name="Uživatel typu Host" userId="S::urn:spo:anon#65e7a78adc591538916abbd9ee30d74acf767aa96e3782203dafd350b418258d::" providerId="AD" clId="Web-{596627C7-E770-FA1A-F23E-48A31B4D1720}" dt="2021-02-09T07:04:32.168" v="20"/>
          <ac:inkMkLst>
            <pc:docMk/>
            <pc:sldMk cId="8679023" sldId="327"/>
            <ac:inkMk id="7" creationId="{037F3305-8FBE-475E-8B35-341C5A71E295}"/>
          </ac:inkMkLst>
        </pc:inkChg>
        <pc:inkChg chg="add del">
          <ac:chgData name="Uživatel typu Host" userId="S::urn:spo:anon#65e7a78adc591538916abbd9ee30d74acf767aa96e3782203dafd350b418258d::" providerId="AD" clId="Web-{596627C7-E770-FA1A-F23E-48A31B4D1720}" dt="2021-02-09T07:04:29.465" v="19"/>
          <ac:inkMkLst>
            <pc:docMk/>
            <pc:sldMk cId="8679023" sldId="327"/>
            <ac:inkMk id="8" creationId="{69594B81-AE30-4AC0-9147-DCBA90EF4F2C}"/>
          </ac:inkMkLst>
        </pc:inkChg>
        <pc:inkChg chg="add del">
          <ac:chgData name="Uživatel typu Host" userId="S::urn:spo:anon#65e7a78adc591538916abbd9ee30d74acf767aa96e3782203dafd350b418258d::" providerId="AD" clId="Web-{596627C7-E770-FA1A-F23E-48A31B4D1720}" dt="2021-02-09T07:04:38.872" v="22"/>
          <ac:inkMkLst>
            <pc:docMk/>
            <pc:sldMk cId="8679023" sldId="327"/>
            <ac:inkMk id="9" creationId="{F3F80742-2426-4652-8FC0-FA21457A1E71}"/>
          </ac:inkMkLst>
        </pc:inkChg>
      </pc:sldChg>
    </pc:docChg>
  </pc:docChgLst>
  <pc:docChgLst>
    <pc:chgData name="Uživatel typu Host" userId="S::urn:spo:anon#65e7a78adc591538916abbd9ee30d74acf767aa96e3782203dafd350b418258d::" providerId="AD" clId="Web-{1EB762CC-D229-4C1A-9F63-A7C1CDCE61EC}"/>
    <pc:docChg chg="addSld delSld modSld">
      <pc:chgData name="Uživatel typu Host" userId="S::urn:spo:anon#65e7a78adc591538916abbd9ee30d74acf767aa96e3782203dafd350b418258d::" providerId="AD" clId="Web-{1EB762CC-D229-4C1A-9F63-A7C1CDCE61EC}" dt="2021-02-10T17:41:38.713" v="250" actId="20577"/>
      <pc:docMkLst>
        <pc:docMk/>
      </pc:docMkLst>
      <pc:sldChg chg="addSp delSp modSp">
        <pc:chgData name="Uživatel typu Host" userId="S::urn:spo:anon#65e7a78adc591538916abbd9ee30d74acf767aa96e3782203dafd350b418258d::" providerId="AD" clId="Web-{1EB762CC-D229-4C1A-9F63-A7C1CDCE61EC}" dt="2021-02-10T16:58:44.887" v="197" actId="14100"/>
        <pc:sldMkLst>
          <pc:docMk/>
          <pc:sldMk cId="1542858442" sldId="276"/>
        </pc:sldMkLst>
        <pc:spChg chg="mod">
          <ac:chgData name="Uživatel typu Host" userId="S::urn:spo:anon#65e7a78adc591538916abbd9ee30d74acf767aa96e3782203dafd350b418258d::" providerId="AD" clId="Web-{1EB762CC-D229-4C1A-9F63-A7C1CDCE61EC}" dt="2021-02-10T16:58:39.918" v="196" actId="1076"/>
          <ac:spMkLst>
            <pc:docMk/>
            <pc:sldMk cId="1542858442" sldId="276"/>
            <ac:spMk id="8" creationId="{E2BEBD07-ECB7-4336-B2E3-AC4F1D5BE053}"/>
          </ac:spMkLst>
        </pc:spChg>
        <pc:picChg chg="add mod">
          <ac:chgData name="Uživatel typu Host" userId="S::urn:spo:anon#65e7a78adc591538916abbd9ee30d74acf767aa96e3782203dafd350b418258d::" providerId="AD" clId="Web-{1EB762CC-D229-4C1A-9F63-A7C1CDCE61EC}" dt="2021-02-10T16:56:51.900" v="178" actId="1076"/>
          <ac:picMkLst>
            <pc:docMk/>
            <pc:sldMk cId="1542858442" sldId="276"/>
            <ac:picMk id="3" creationId="{1269298E-B3AD-4A54-949B-5764E4DED49D}"/>
          </ac:picMkLst>
        </pc:picChg>
        <pc:picChg chg="add mod">
          <ac:chgData name="Uživatel typu Host" userId="S::urn:spo:anon#65e7a78adc591538916abbd9ee30d74acf767aa96e3782203dafd350b418258d::" providerId="AD" clId="Web-{1EB762CC-D229-4C1A-9F63-A7C1CDCE61EC}" dt="2021-02-10T16:58:39.200" v="195" actId="1076"/>
          <ac:picMkLst>
            <pc:docMk/>
            <pc:sldMk cId="1542858442" sldId="276"/>
            <ac:picMk id="4" creationId="{2F46A516-1018-4139-919A-5D84607B434C}"/>
          </ac:picMkLst>
        </pc:picChg>
        <pc:picChg chg="add mod">
          <ac:chgData name="Uživatel typu Host" userId="S::urn:spo:anon#65e7a78adc591538916abbd9ee30d74acf767aa96e3782203dafd350b418258d::" providerId="AD" clId="Web-{1EB762CC-D229-4C1A-9F63-A7C1CDCE61EC}" dt="2021-02-10T16:58:44.887" v="197" actId="14100"/>
          <ac:picMkLst>
            <pc:docMk/>
            <pc:sldMk cId="1542858442" sldId="276"/>
            <ac:picMk id="7" creationId="{E3CDD324-7B3F-453D-AA6B-AB6DAD04E241}"/>
          </ac:picMkLst>
        </pc:picChg>
        <pc:picChg chg="add mod">
          <ac:chgData name="Uživatel typu Host" userId="S::urn:spo:anon#65e7a78adc591538916abbd9ee30d74acf767aa96e3782203dafd350b418258d::" providerId="AD" clId="Web-{1EB762CC-D229-4C1A-9F63-A7C1CDCE61EC}" dt="2021-02-10T16:58:29.668" v="192" actId="1076"/>
          <ac:picMkLst>
            <pc:docMk/>
            <pc:sldMk cId="1542858442" sldId="276"/>
            <ac:picMk id="9" creationId="{CF6B1038-D767-4EAD-9E49-81B3883A2DA1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6:51:42.892" v="112"/>
          <ac:picMkLst>
            <pc:docMk/>
            <pc:sldMk cId="1542858442" sldId="276"/>
            <ac:picMk id="2050" creationId="{660FD7B0-0886-488F-9155-10A2F68F1B0D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6:51:44.189" v="113"/>
          <ac:picMkLst>
            <pc:docMk/>
            <pc:sldMk cId="1542858442" sldId="276"/>
            <ac:picMk id="3074" creationId="{BA1682F5-B12C-494D-B427-0EA0D90A4F51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6:51:44.861" v="114"/>
          <ac:picMkLst>
            <pc:docMk/>
            <pc:sldMk cId="1542858442" sldId="276"/>
            <ac:picMk id="4098" creationId="{81BE7592-CC66-4647-91B7-87C262071A2E}"/>
          </ac:picMkLst>
        </pc:picChg>
      </pc:sldChg>
      <pc:sldChg chg="delSp modSp delAnim">
        <pc:chgData name="Uživatel typu Host" userId="S::urn:spo:anon#65e7a78adc591538916abbd9ee30d74acf767aa96e3782203dafd350b418258d::" providerId="AD" clId="Web-{1EB762CC-D229-4C1A-9F63-A7C1CDCE61EC}" dt="2021-02-10T16:54:37.990" v="174" actId="20577"/>
        <pc:sldMkLst>
          <pc:docMk/>
          <pc:sldMk cId="1921074248" sldId="277"/>
        </pc:sldMkLst>
        <pc:spChg chg="mod">
          <ac:chgData name="Uživatel typu Host" userId="S::urn:spo:anon#65e7a78adc591538916abbd9ee30d74acf767aa96e3782203dafd350b418258d::" providerId="AD" clId="Web-{1EB762CC-D229-4C1A-9F63-A7C1CDCE61EC}" dt="2021-02-10T16:54:37.990" v="174" actId="20577"/>
          <ac:spMkLst>
            <pc:docMk/>
            <pc:sldMk cId="1921074248" sldId="277"/>
            <ac:spMk id="8" creationId="{E2BEBD07-ECB7-4336-B2E3-AC4F1D5BE053}"/>
          </ac:spMkLst>
        </pc:spChg>
        <pc:picChg chg="del">
          <ac:chgData name="Uživatel typu Host" userId="S::urn:spo:anon#65e7a78adc591538916abbd9ee30d74acf767aa96e3782203dafd350b418258d::" providerId="AD" clId="Web-{1EB762CC-D229-4C1A-9F63-A7C1CDCE61EC}" dt="2021-02-10T16:53:32.848" v="145"/>
          <ac:picMkLst>
            <pc:docMk/>
            <pc:sldMk cId="1921074248" sldId="277"/>
            <ac:picMk id="3" creationId="{6A9B2A3D-8ADA-4A2D-944C-1A16A76CBFFD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6:53:32.864" v="146"/>
          <ac:picMkLst>
            <pc:docMk/>
            <pc:sldMk cId="1921074248" sldId="277"/>
            <ac:picMk id="1026" creationId="{4F4DB0DE-1045-4939-A5B3-6515DFD669E4}"/>
          </ac:picMkLst>
        </pc:picChg>
      </pc:sldChg>
      <pc:sldChg chg="modSp">
        <pc:chgData name="Uživatel typu Host" userId="S::urn:spo:anon#65e7a78adc591538916abbd9ee30d74acf767aa96e3782203dafd350b418258d::" providerId="AD" clId="Web-{1EB762CC-D229-4C1A-9F63-A7C1CDCE61EC}" dt="2021-02-10T15:57:31.096" v="37" actId="20577"/>
        <pc:sldMkLst>
          <pc:docMk/>
          <pc:sldMk cId="4199739692" sldId="278"/>
        </pc:sldMkLst>
        <pc:spChg chg="mod">
          <ac:chgData name="Uživatel typu Host" userId="S::urn:spo:anon#65e7a78adc591538916abbd9ee30d74acf767aa96e3782203dafd350b418258d::" providerId="AD" clId="Web-{1EB762CC-D229-4C1A-9F63-A7C1CDCE61EC}" dt="2021-02-10T15:57:31.096" v="37" actId="20577"/>
          <ac:spMkLst>
            <pc:docMk/>
            <pc:sldMk cId="4199739692" sldId="278"/>
            <ac:spMk id="8" creationId="{E2BEBD07-ECB7-4336-B2E3-AC4F1D5BE053}"/>
          </ac:spMkLst>
        </pc:spChg>
      </pc:sldChg>
      <pc:sldChg chg="addSp delSp modSp">
        <pc:chgData name="Uživatel typu Host" userId="S::urn:spo:anon#65e7a78adc591538916abbd9ee30d74acf767aa96e3782203dafd350b418258d::" providerId="AD" clId="Web-{1EB762CC-D229-4C1A-9F63-A7C1CDCE61EC}" dt="2021-02-10T16:45:36.946" v="62" actId="1076"/>
        <pc:sldMkLst>
          <pc:docMk/>
          <pc:sldMk cId="3109783533" sldId="279"/>
        </pc:sldMkLst>
        <pc:spChg chg="mod">
          <ac:chgData name="Uživatel typu Host" userId="S::urn:spo:anon#65e7a78adc591538916abbd9ee30d74acf767aa96e3782203dafd350b418258d::" providerId="AD" clId="Web-{1EB762CC-D229-4C1A-9F63-A7C1CDCE61EC}" dt="2021-02-10T16:29:45.078" v="48" actId="20577"/>
          <ac:spMkLst>
            <pc:docMk/>
            <pc:sldMk cId="3109783533" sldId="279"/>
            <ac:spMk id="3" creationId="{5C282A1E-C77F-4BBC-8766-083704E09F31}"/>
          </ac:spMkLst>
        </pc:spChg>
        <pc:picChg chg="add del mod">
          <ac:chgData name="Uživatel typu Host" userId="S::urn:spo:anon#65e7a78adc591538916abbd9ee30d74acf767aa96e3782203dafd350b418258d::" providerId="AD" clId="Web-{1EB762CC-D229-4C1A-9F63-A7C1CDCE61EC}" dt="2021-02-10T16:44:56.929" v="55"/>
          <ac:picMkLst>
            <pc:docMk/>
            <pc:sldMk cId="3109783533" sldId="279"/>
            <ac:picMk id="4" creationId="{FD8A93B7-3263-4B2D-9116-919B217DBB30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6:00:25.022" v="44"/>
          <ac:picMkLst>
            <pc:docMk/>
            <pc:sldMk cId="3109783533" sldId="279"/>
            <ac:picMk id="7" creationId="{535DA2E8-5C29-4D2F-A3D3-43E22D44FF38}"/>
          </ac:picMkLst>
        </pc:picChg>
        <pc:picChg chg="add mod">
          <ac:chgData name="Uživatel typu Host" userId="S::urn:spo:anon#65e7a78adc591538916abbd9ee30d74acf767aa96e3782203dafd350b418258d::" providerId="AD" clId="Web-{1EB762CC-D229-4C1A-9F63-A7C1CDCE61EC}" dt="2021-02-10T16:45:11.445" v="58" actId="1076"/>
          <ac:picMkLst>
            <pc:docMk/>
            <pc:sldMk cId="3109783533" sldId="279"/>
            <ac:picMk id="7" creationId="{5CCF5765-0102-43B6-8E75-5F113BEA26A3}"/>
          </ac:picMkLst>
        </pc:picChg>
        <pc:picChg chg="add mod">
          <ac:chgData name="Uživatel typu Host" userId="S::urn:spo:anon#65e7a78adc591538916abbd9ee30d74acf767aa96e3782203dafd350b418258d::" providerId="AD" clId="Web-{1EB762CC-D229-4C1A-9F63-A7C1CDCE61EC}" dt="2021-02-10T16:45:36.946" v="62" actId="1076"/>
          <ac:picMkLst>
            <pc:docMk/>
            <pc:sldMk cId="3109783533" sldId="279"/>
            <ac:picMk id="8" creationId="{9F5217D3-F7C5-40DC-B60E-A1AC59B50323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6:00:25.787" v="45"/>
          <ac:picMkLst>
            <pc:docMk/>
            <pc:sldMk cId="3109783533" sldId="279"/>
            <ac:picMk id="10" creationId="{26B616CB-C56E-42CE-B432-365AB6056D28}"/>
          </ac:picMkLst>
        </pc:picChg>
      </pc:sldChg>
      <pc:sldChg chg="delSp modSp delAnim">
        <pc:chgData name="Uživatel typu Host" userId="S::urn:spo:anon#65e7a78adc591538916abbd9ee30d74acf767aa96e3782203dafd350b418258d::" providerId="AD" clId="Web-{1EB762CC-D229-4C1A-9F63-A7C1CDCE61EC}" dt="2021-02-10T17:41:38.713" v="250" actId="20577"/>
        <pc:sldMkLst>
          <pc:docMk/>
          <pc:sldMk cId="3978017322" sldId="281"/>
        </pc:sldMkLst>
        <pc:spChg chg="mod">
          <ac:chgData name="Uživatel typu Host" userId="S::urn:spo:anon#65e7a78adc591538916abbd9ee30d74acf767aa96e3782203dafd350b418258d::" providerId="AD" clId="Web-{1EB762CC-D229-4C1A-9F63-A7C1CDCE61EC}" dt="2021-02-10T17:41:38.713" v="250" actId="20577"/>
          <ac:spMkLst>
            <pc:docMk/>
            <pc:sldMk cId="3978017322" sldId="281"/>
            <ac:spMk id="12" creationId="{DF83F71D-D91B-4A7F-A3F2-19A7B026BB86}"/>
          </ac:spMkLst>
        </pc:spChg>
        <pc:picChg chg="del">
          <ac:chgData name="Uživatel typu Host" userId="S::urn:spo:anon#65e7a78adc591538916abbd9ee30d74acf767aa96e3782203dafd350b418258d::" providerId="AD" clId="Web-{1EB762CC-D229-4C1A-9F63-A7C1CDCE61EC}" dt="2021-02-10T15:58:50.895" v="43"/>
          <ac:picMkLst>
            <pc:docMk/>
            <pc:sldMk cId="3978017322" sldId="281"/>
            <ac:picMk id="11" creationId="{67FBBF33-8688-467C-978A-20C35FBD4B90}"/>
          </ac:picMkLst>
        </pc:picChg>
      </pc:sldChg>
      <pc:sldChg chg="modSp">
        <pc:chgData name="Uživatel typu Host" userId="S::urn:spo:anon#65e7a78adc591538916abbd9ee30d74acf767aa96e3782203dafd350b418258d::" providerId="AD" clId="Web-{1EB762CC-D229-4C1A-9F63-A7C1CDCE61EC}" dt="2021-02-10T16:50:44.422" v="106" actId="20577"/>
        <pc:sldMkLst>
          <pc:docMk/>
          <pc:sldMk cId="2396933956" sldId="282"/>
        </pc:sldMkLst>
        <pc:spChg chg="mod">
          <ac:chgData name="Uživatel typu Host" userId="S::urn:spo:anon#65e7a78adc591538916abbd9ee30d74acf767aa96e3782203dafd350b418258d::" providerId="AD" clId="Web-{1EB762CC-D229-4C1A-9F63-A7C1CDCE61EC}" dt="2021-02-10T16:50:44.422" v="106" actId="20577"/>
          <ac:spMkLst>
            <pc:docMk/>
            <pc:sldMk cId="2396933956" sldId="282"/>
            <ac:spMk id="8" creationId="{E2BEBD07-ECB7-4336-B2E3-AC4F1D5BE053}"/>
          </ac:spMkLst>
        </pc:spChg>
      </pc:sldChg>
      <pc:sldChg chg="del">
        <pc:chgData name="Uživatel typu Host" userId="S::urn:spo:anon#65e7a78adc591538916abbd9ee30d74acf767aa96e3782203dafd350b418258d::" providerId="AD" clId="Web-{1EB762CC-D229-4C1A-9F63-A7C1CDCE61EC}" dt="2021-02-10T16:53:24.660" v="144"/>
        <pc:sldMkLst>
          <pc:docMk/>
          <pc:sldMk cId="1953398006" sldId="283"/>
        </pc:sldMkLst>
      </pc:sldChg>
      <pc:sldChg chg="addSp modSp">
        <pc:chgData name="Uživatel typu Host" userId="S::urn:spo:anon#65e7a78adc591538916abbd9ee30d74acf767aa96e3782203dafd350b418258d::" providerId="AD" clId="Web-{1EB762CC-D229-4C1A-9F63-A7C1CDCE61EC}" dt="2021-02-10T17:34:04.607" v="248"/>
        <pc:sldMkLst>
          <pc:docMk/>
          <pc:sldMk cId="3772970113" sldId="316"/>
        </pc:sldMkLst>
        <pc:spChg chg="add">
          <ac:chgData name="Uživatel typu Host" userId="S::urn:spo:anon#65e7a78adc591538916abbd9ee30d74acf767aa96e3782203dafd350b418258d::" providerId="AD" clId="Web-{1EB762CC-D229-4C1A-9F63-A7C1CDCE61EC}" dt="2021-02-10T17:34:04.607" v="248"/>
          <ac:spMkLst>
            <pc:docMk/>
            <pc:sldMk cId="3772970113" sldId="316"/>
            <ac:spMk id="2" creationId="{EC6F1D1B-017C-4C93-8810-0663F318E32F}"/>
          </ac:spMkLst>
        </pc:spChg>
        <pc:spChg chg="mod">
          <ac:chgData name="Uživatel typu Host" userId="S::urn:spo:anon#65e7a78adc591538916abbd9ee30d74acf767aa96e3782203dafd350b418258d::" providerId="AD" clId="Web-{1EB762CC-D229-4C1A-9F63-A7C1CDCE61EC}" dt="2021-02-10T17:32:35.541" v="209" actId="20577"/>
          <ac:spMkLst>
            <pc:docMk/>
            <pc:sldMk cId="3772970113" sldId="316"/>
            <ac:spMk id="5" creationId="{8AC98D3C-C12E-4498-AFBD-7AE2E43DF161}"/>
          </ac:spMkLst>
        </pc:spChg>
      </pc:sldChg>
      <pc:sldChg chg="addSp delSp modSp">
        <pc:chgData name="Uživatel typu Host" userId="S::urn:spo:anon#65e7a78adc591538916abbd9ee30d74acf767aa96e3782203dafd350b418258d::" providerId="AD" clId="Web-{1EB762CC-D229-4C1A-9F63-A7C1CDCE61EC}" dt="2021-02-10T17:33:58.950" v="247" actId="1076"/>
        <pc:sldMkLst>
          <pc:docMk/>
          <pc:sldMk cId="1802277587" sldId="317"/>
        </pc:sldMkLst>
        <pc:spChg chg="mod">
          <ac:chgData name="Uživatel typu Host" userId="S::urn:spo:anon#65e7a78adc591538916abbd9ee30d74acf767aa96e3782203dafd350b418258d::" providerId="AD" clId="Web-{1EB762CC-D229-4C1A-9F63-A7C1CDCE61EC}" dt="2021-02-10T17:33:05.058" v="213"/>
          <ac:spMkLst>
            <pc:docMk/>
            <pc:sldMk cId="1802277587" sldId="317"/>
            <ac:spMk id="3" creationId="{23842FE0-AD18-4152-8BE4-E5D8173A8653}"/>
          </ac:spMkLst>
        </pc:spChg>
        <pc:spChg chg="add mod">
          <ac:chgData name="Uživatel typu Host" userId="S::urn:spo:anon#65e7a78adc591538916abbd9ee30d74acf767aa96e3782203dafd350b418258d::" providerId="AD" clId="Web-{1EB762CC-D229-4C1A-9F63-A7C1CDCE61EC}" dt="2021-02-10T17:33:58.950" v="247" actId="1076"/>
          <ac:spMkLst>
            <pc:docMk/>
            <pc:sldMk cId="1802277587" sldId="317"/>
            <ac:spMk id="5" creationId="{D7D66802-1E6F-46BE-B5E3-03E7FCB50481}"/>
          </ac:spMkLst>
        </pc:spChg>
        <pc:spChg chg="mod">
          <ac:chgData name="Uživatel typu Host" userId="S::urn:spo:anon#65e7a78adc591538916abbd9ee30d74acf767aa96e3782203dafd350b418258d::" providerId="AD" clId="Web-{1EB762CC-D229-4C1A-9F63-A7C1CDCE61EC}" dt="2021-02-10T17:33:21.543" v="222" actId="20577"/>
          <ac:spMkLst>
            <pc:docMk/>
            <pc:sldMk cId="1802277587" sldId="317"/>
            <ac:spMk id="11" creationId="{C2B886EA-0DDA-41F9-B3CD-5AD98276B13B}"/>
          </ac:spMkLst>
        </pc:spChg>
        <pc:spChg chg="mod">
          <ac:chgData name="Uživatel typu Host" userId="S::urn:spo:anon#65e7a78adc591538916abbd9ee30d74acf767aa96e3782203dafd350b418258d::" providerId="AD" clId="Web-{1EB762CC-D229-4C1A-9F63-A7C1CDCE61EC}" dt="2021-02-10T17:32:28.151" v="206" actId="20577"/>
          <ac:spMkLst>
            <pc:docMk/>
            <pc:sldMk cId="1802277587" sldId="317"/>
            <ac:spMk id="12" creationId="{2F3124F0-2AB9-4D76-8F5B-3B9EB0940D9D}"/>
          </ac:spMkLst>
        </pc:spChg>
        <pc:picChg chg="add del mod">
          <ac:chgData name="Uživatel typu Host" userId="S::urn:spo:anon#65e7a78adc591538916abbd9ee30d74acf767aa96e3782203dafd350b418258d::" providerId="AD" clId="Web-{1EB762CC-D229-4C1A-9F63-A7C1CDCE61EC}" dt="2021-02-10T17:32:59.448" v="212"/>
          <ac:picMkLst>
            <pc:docMk/>
            <pc:sldMk cId="1802277587" sldId="317"/>
            <ac:picMk id="2" creationId="{6645098F-EE71-4664-B304-3CA5107EB02F}"/>
          </ac:picMkLst>
        </pc:picChg>
      </pc:sldChg>
      <pc:sldChg chg="addSp delSp modSp add del">
        <pc:chgData name="Uživatel typu Host" userId="S::urn:spo:anon#65e7a78adc591538916abbd9ee30d74acf767aa96e3782203dafd350b418258d::" providerId="AD" clId="Web-{1EB762CC-D229-4C1A-9F63-A7C1CDCE61EC}" dt="2021-02-10T16:52:43.847" v="129"/>
        <pc:sldMkLst>
          <pc:docMk/>
          <pc:sldMk cId="1140878648" sldId="318"/>
        </pc:sldMkLst>
        <pc:spChg chg="del">
          <ac:chgData name="Uživatel typu Host" userId="S::urn:spo:anon#65e7a78adc591538916abbd9ee30d74acf767aa96e3782203dafd350b418258d::" providerId="AD" clId="Web-{1EB762CC-D229-4C1A-9F63-A7C1CDCE61EC}" dt="2021-02-10T15:58:10.456" v="38"/>
          <ac:spMkLst>
            <pc:docMk/>
            <pc:sldMk cId="1140878648" sldId="318"/>
            <ac:spMk id="7" creationId="{27444B37-E968-4346-8C3B-DEA5CD8705DE}"/>
          </ac:spMkLst>
        </pc:spChg>
        <pc:picChg chg="add mod">
          <ac:chgData name="Uživatel typu Host" userId="S::urn:spo:anon#65e7a78adc591538916abbd9ee30d74acf767aa96e3782203dafd350b418258d::" providerId="AD" clId="Web-{1EB762CC-D229-4C1A-9F63-A7C1CDCE61EC}" dt="2021-02-10T15:58:17.613" v="40" actId="14100"/>
          <ac:picMkLst>
            <pc:docMk/>
            <pc:sldMk cId="1140878648" sldId="318"/>
            <ac:picMk id="8" creationId="{C24B0D5B-D4E8-4EFB-B787-A38F07A920B2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5:58:21.785" v="41"/>
          <ac:picMkLst>
            <pc:docMk/>
            <pc:sldMk cId="1140878648" sldId="318"/>
            <ac:picMk id="5122" creationId="{4F4CE16E-A9BB-4ACD-B0B8-DAE31867A76D}"/>
          </ac:picMkLst>
        </pc:picChg>
        <pc:picChg chg="del">
          <ac:chgData name="Uživatel typu Host" userId="S::urn:spo:anon#65e7a78adc591538916abbd9ee30d74acf767aa96e3782203dafd350b418258d::" providerId="AD" clId="Web-{1EB762CC-D229-4C1A-9F63-A7C1CDCE61EC}" dt="2021-02-10T15:58:22.894" v="42"/>
          <ac:picMkLst>
            <pc:docMk/>
            <pc:sldMk cId="1140878648" sldId="318"/>
            <ac:picMk id="6146" creationId="{CF8365AD-088D-4F25-AA28-2B8530DC9B26}"/>
          </ac:picMkLst>
        </pc:picChg>
      </pc:sldChg>
    </pc:docChg>
  </pc:docChgLst>
  <pc:docChgLst>
    <pc:chgData name="Koziorek Jiri" userId="9a82b19d-2ffc-42c5-9aec-b524c31dbef2" providerId="ADAL" clId="{BCFE37D9-786C-4C03-A29C-83125662B2F8}"/>
    <pc:docChg chg="delSld modSld">
      <pc:chgData name="Koziorek Jiri" userId="9a82b19d-2ffc-42c5-9aec-b524c31dbef2" providerId="ADAL" clId="{BCFE37D9-786C-4C03-A29C-83125662B2F8}" dt="2021-02-11T11:29:24.963" v="13" actId="20577"/>
      <pc:docMkLst>
        <pc:docMk/>
      </pc:docMkLst>
      <pc:sldChg chg="modSp mod">
        <pc:chgData name="Koziorek Jiri" userId="9a82b19d-2ffc-42c5-9aec-b524c31dbef2" providerId="ADAL" clId="{BCFE37D9-786C-4C03-A29C-83125662B2F8}" dt="2021-02-11T11:29:24.963" v="13" actId="20577"/>
        <pc:sldMkLst>
          <pc:docMk/>
          <pc:sldMk cId="339575001" sldId="275"/>
        </pc:sldMkLst>
        <pc:spChg chg="mod">
          <ac:chgData name="Koziorek Jiri" userId="9a82b19d-2ffc-42c5-9aec-b524c31dbef2" providerId="ADAL" clId="{BCFE37D9-786C-4C03-A29C-83125662B2F8}" dt="2021-02-11T11:29:24.963" v="13" actId="20577"/>
          <ac:spMkLst>
            <pc:docMk/>
            <pc:sldMk cId="339575001" sldId="275"/>
            <ac:spMk id="7" creationId="{D74B918C-9EC9-439D-96AF-3843C0F6DB42}"/>
          </ac:spMkLst>
        </pc:spChg>
      </pc:sldChg>
      <pc:sldChg chg="modSp mod">
        <pc:chgData name="Koziorek Jiri" userId="9a82b19d-2ffc-42c5-9aec-b524c31dbef2" providerId="ADAL" clId="{BCFE37D9-786C-4C03-A29C-83125662B2F8}" dt="2021-02-11T11:19:45.111" v="9" actId="403"/>
        <pc:sldMkLst>
          <pc:docMk/>
          <pc:sldMk cId="881093508" sldId="284"/>
        </pc:sldMkLst>
        <pc:spChg chg="mod">
          <ac:chgData name="Koziorek Jiri" userId="9a82b19d-2ffc-42c5-9aec-b524c31dbef2" providerId="ADAL" clId="{BCFE37D9-786C-4C03-A29C-83125662B2F8}" dt="2021-02-11T11:19:45.111" v="9" actId="403"/>
          <ac:spMkLst>
            <pc:docMk/>
            <pc:sldMk cId="881093508" sldId="284"/>
            <ac:spMk id="9" creationId="{582B17D2-8626-474A-AFF5-DC7768159EF5}"/>
          </ac:spMkLst>
        </pc:spChg>
      </pc:sldChg>
      <pc:sldChg chg="modSp mod">
        <pc:chgData name="Koziorek Jiri" userId="9a82b19d-2ffc-42c5-9aec-b524c31dbef2" providerId="ADAL" clId="{BCFE37D9-786C-4C03-A29C-83125662B2F8}" dt="2021-02-11T11:19:36.475" v="8" actId="403"/>
        <pc:sldMkLst>
          <pc:docMk/>
          <pc:sldMk cId="3059653922" sldId="288"/>
        </pc:sldMkLst>
        <pc:spChg chg="mod">
          <ac:chgData name="Koziorek Jiri" userId="9a82b19d-2ffc-42c5-9aec-b524c31dbef2" providerId="ADAL" clId="{BCFE37D9-786C-4C03-A29C-83125662B2F8}" dt="2021-02-11T11:19:36.475" v="8" actId="403"/>
          <ac:spMkLst>
            <pc:docMk/>
            <pc:sldMk cId="3059653922" sldId="288"/>
            <ac:spMk id="11" creationId="{DFCA7762-78AD-4027-89B0-DCFBA82C25B0}"/>
          </ac:spMkLst>
        </pc:spChg>
      </pc:sldChg>
      <pc:sldChg chg="modSp mod">
        <pc:chgData name="Koziorek Jiri" userId="9a82b19d-2ffc-42c5-9aec-b524c31dbef2" providerId="ADAL" clId="{BCFE37D9-786C-4C03-A29C-83125662B2F8}" dt="2021-02-11T11:15:37.699" v="4" actId="403"/>
        <pc:sldMkLst>
          <pc:docMk/>
          <pc:sldMk cId="2139693869" sldId="319"/>
        </pc:sldMkLst>
        <pc:spChg chg="mod">
          <ac:chgData name="Koziorek Jiri" userId="9a82b19d-2ffc-42c5-9aec-b524c31dbef2" providerId="ADAL" clId="{BCFE37D9-786C-4C03-A29C-83125662B2F8}" dt="2021-02-11T11:15:37.699" v="4" actId="403"/>
          <ac:spMkLst>
            <pc:docMk/>
            <pc:sldMk cId="2139693869" sldId="319"/>
            <ac:spMk id="15" creationId="{CBEBF157-F58E-4ADE-AC31-B92C3E491B76}"/>
          </ac:spMkLst>
        </pc:spChg>
      </pc:sldChg>
      <pc:sldChg chg="del">
        <pc:chgData name="Koziorek Jiri" userId="9a82b19d-2ffc-42c5-9aec-b524c31dbef2" providerId="ADAL" clId="{BCFE37D9-786C-4C03-A29C-83125662B2F8}" dt="2021-02-11T11:15:59.310" v="5" actId="2696"/>
        <pc:sldMkLst>
          <pc:docMk/>
          <pc:sldMk cId="746033344" sldId="325"/>
        </pc:sldMkLst>
      </pc:sldChg>
      <pc:sldChg chg="modSp mod">
        <pc:chgData name="Koziorek Jiri" userId="9a82b19d-2ffc-42c5-9aec-b524c31dbef2" providerId="ADAL" clId="{BCFE37D9-786C-4C03-A29C-83125662B2F8}" dt="2021-02-11T11:18:46.816" v="6" actId="404"/>
        <pc:sldMkLst>
          <pc:docMk/>
          <pc:sldMk cId="2494437257" sldId="330"/>
        </pc:sldMkLst>
        <pc:spChg chg="mod">
          <ac:chgData name="Koziorek Jiri" userId="9a82b19d-2ffc-42c5-9aec-b524c31dbef2" providerId="ADAL" clId="{BCFE37D9-786C-4C03-A29C-83125662B2F8}" dt="2021-02-11T11:18:46.816" v="6" actId="404"/>
          <ac:spMkLst>
            <pc:docMk/>
            <pc:sldMk cId="2494437257" sldId="330"/>
            <ac:spMk id="8" creationId="{E2BEBD07-ECB7-4336-B2E3-AC4F1D5BE053}"/>
          </ac:spMkLst>
        </pc:spChg>
      </pc:sldChg>
      <pc:sldChg chg="modSp mod">
        <pc:chgData name="Koziorek Jiri" userId="9a82b19d-2ffc-42c5-9aec-b524c31dbef2" providerId="ADAL" clId="{BCFE37D9-786C-4C03-A29C-83125662B2F8}" dt="2021-02-11T11:19:13.189" v="7" actId="404"/>
        <pc:sldMkLst>
          <pc:docMk/>
          <pc:sldMk cId="1284196177" sldId="333"/>
        </pc:sldMkLst>
        <pc:spChg chg="mod">
          <ac:chgData name="Koziorek Jiri" userId="9a82b19d-2ffc-42c5-9aec-b524c31dbef2" providerId="ADAL" clId="{BCFE37D9-786C-4C03-A29C-83125662B2F8}" dt="2021-02-11T11:19:13.189" v="7" actId="404"/>
          <ac:spMkLst>
            <pc:docMk/>
            <pc:sldMk cId="1284196177" sldId="333"/>
            <ac:spMk id="8" creationId="{E2BEBD07-ECB7-4336-B2E3-AC4F1D5BE053}"/>
          </ac:spMkLst>
        </pc:spChg>
      </pc:sldChg>
    </pc:docChg>
  </pc:docChgLst>
  <pc:docChgLst>
    <pc:chgData name="Batrla Adam" userId="384fa42c-c579-4026-b90f-46f0296850a0" providerId="ADAL" clId="{9C89005F-D9EB-4E9B-9AAB-430EA854D4ED}"/>
    <pc:docChg chg="modSld">
      <pc:chgData name="Batrla Adam" userId="384fa42c-c579-4026-b90f-46f0296850a0" providerId="ADAL" clId="{9C89005F-D9EB-4E9B-9AAB-430EA854D4ED}" dt="2024-10-15T12:37:26.411" v="28" actId="1076"/>
      <pc:docMkLst>
        <pc:docMk/>
      </pc:docMkLst>
      <pc:sldChg chg="modSp mod">
        <pc:chgData name="Batrla Adam" userId="384fa42c-c579-4026-b90f-46f0296850a0" providerId="ADAL" clId="{9C89005F-D9EB-4E9B-9AAB-430EA854D4ED}" dt="2024-10-15T12:37:19.392" v="25" actId="20577"/>
        <pc:sldMkLst>
          <pc:docMk/>
          <pc:sldMk cId="339575001" sldId="275"/>
        </pc:sldMkLst>
        <pc:spChg chg="mod">
          <ac:chgData name="Batrla Adam" userId="384fa42c-c579-4026-b90f-46f0296850a0" providerId="ADAL" clId="{9C89005F-D9EB-4E9B-9AAB-430EA854D4ED}" dt="2024-10-15T12:37:19.392" v="25" actId="20577"/>
          <ac:spMkLst>
            <pc:docMk/>
            <pc:sldMk cId="339575001" sldId="275"/>
            <ac:spMk id="7" creationId="{D74B918C-9EC9-439D-96AF-3843C0F6DB42}"/>
          </ac:spMkLst>
        </pc:spChg>
      </pc:sldChg>
      <pc:sldChg chg="addSp modSp mod">
        <pc:chgData name="Batrla Adam" userId="384fa42c-c579-4026-b90f-46f0296850a0" providerId="ADAL" clId="{9C89005F-D9EB-4E9B-9AAB-430EA854D4ED}" dt="2024-10-15T12:37:26.411" v="28" actId="1076"/>
        <pc:sldMkLst>
          <pc:docMk/>
          <pc:sldMk cId="3559671594" sldId="301"/>
        </pc:sldMkLst>
        <pc:picChg chg="add mod">
          <ac:chgData name="Batrla Adam" userId="384fa42c-c579-4026-b90f-46f0296850a0" providerId="ADAL" clId="{9C89005F-D9EB-4E9B-9AAB-430EA854D4ED}" dt="2024-10-15T12:37:26.411" v="28" actId="1076"/>
          <ac:picMkLst>
            <pc:docMk/>
            <pc:sldMk cId="3559671594" sldId="301"/>
            <ac:picMk id="2" creationId="{C048C658-A296-F4BF-D81A-5E47EE7426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15.10.2024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15.10.2024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1172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551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826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42" Type="http://schemas.openxmlformats.org/officeDocument/2006/relationships/image" Target="../media/image42.svg"/><Relationship Id="rId47" Type="http://schemas.openxmlformats.org/officeDocument/2006/relationships/image" Target="../media/image47.png"/><Relationship Id="rId50" Type="http://schemas.openxmlformats.org/officeDocument/2006/relationships/image" Target="../media/image50.svg"/><Relationship Id="rId55" Type="http://schemas.openxmlformats.org/officeDocument/2006/relationships/image" Target="../media/image55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6" Type="http://schemas.openxmlformats.org/officeDocument/2006/relationships/image" Target="../media/image16.sv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png"/><Relationship Id="rId40" Type="http://schemas.openxmlformats.org/officeDocument/2006/relationships/image" Target="../media/image40.svg"/><Relationship Id="rId45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image" Target="../media/image58.svg"/><Relationship Id="rId5" Type="http://schemas.openxmlformats.org/officeDocument/2006/relationships/image" Target="../media/image5.png"/><Relationship Id="rId61" Type="http://schemas.openxmlformats.org/officeDocument/2006/relationships/image" Target="../media/image61.png"/><Relationship Id="rId19" Type="http://schemas.openxmlformats.org/officeDocument/2006/relationships/image" Target="../media/image1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svg"/><Relationship Id="rId56" Type="http://schemas.openxmlformats.org/officeDocument/2006/relationships/image" Target="../media/image56.svg"/><Relationship Id="rId8" Type="http://schemas.openxmlformats.org/officeDocument/2006/relationships/image" Target="../media/image8.svg"/><Relationship Id="rId51" Type="http://schemas.openxmlformats.org/officeDocument/2006/relationships/image" Target="../media/image51.png"/><Relationship Id="rId3" Type="http://schemas.openxmlformats.org/officeDocument/2006/relationships/image" Target="../media/image3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svg"/><Relationship Id="rId46" Type="http://schemas.openxmlformats.org/officeDocument/2006/relationships/image" Target="../media/image46.svg"/><Relationship Id="rId59" Type="http://schemas.openxmlformats.org/officeDocument/2006/relationships/image" Target="../media/image59.png"/><Relationship Id="rId20" Type="http://schemas.openxmlformats.org/officeDocument/2006/relationships/image" Target="../media/image20.svg"/><Relationship Id="rId41" Type="http://schemas.openxmlformats.org/officeDocument/2006/relationships/image" Target="../media/image41.png"/><Relationship Id="rId54" Type="http://schemas.openxmlformats.org/officeDocument/2006/relationships/image" Target="../media/image54.svg"/><Relationship Id="rId62" Type="http://schemas.openxmlformats.org/officeDocument/2006/relationships/image" Target="../media/image6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49" Type="http://schemas.openxmlformats.org/officeDocument/2006/relationships/image" Target="../media/image49.png"/><Relationship Id="rId57" Type="http://schemas.openxmlformats.org/officeDocument/2006/relationships/image" Target="../media/image57.png"/><Relationship Id="rId10" Type="http://schemas.openxmlformats.org/officeDocument/2006/relationships/image" Target="../media/image10.svg"/><Relationship Id="rId31" Type="http://schemas.openxmlformats.org/officeDocument/2006/relationships/image" Target="../media/image31.png"/><Relationship Id="rId44" Type="http://schemas.openxmlformats.org/officeDocument/2006/relationships/image" Target="../media/image44.svg"/><Relationship Id="rId52" Type="http://schemas.openxmlformats.org/officeDocument/2006/relationships/image" Target="../media/image52.svg"/><Relationship Id="rId60" Type="http://schemas.openxmlformats.org/officeDocument/2006/relationships/image" Target="../media/image6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F77-2CE9-7D49-9458-1ACF72B58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1989138"/>
            <a:ext cx="11798620" cy="11723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DA3B-0F22-3848-B468-C8422D79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" y="3602038"/>
            <a:ext cx="11798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7841-B012-3F4F-A40A-F73F833F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9582-6523-1D44-A4F0-10D045BE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269-4D51-D242-8BC5-F310E73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275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F77-2CE9-7D49-9458-1ACF72B58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1989138"/>
            <a:ext cx="11798620" cy="11723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DA3B-0F22-3848-B468-C8422D79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" y="3602038"/>
            <a:ext cx="1179861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7841-B012-3F4F-A40A-F73F833F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9582-6523-1D44-A4F0-10D045BE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269-4D51-D242-8BC5-F310E73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54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8AEB-B644-5942-AD1E-621B53CF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0131-EA4E-F247-BD08-565629F5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" y="1989138"/>
            <a:ext cx="11807825" cy="42116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219AF-979E-E64C-BD7F-90FE544F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194E-1BDE-4F4F-9844-8C382C2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B98FB-D470-F24C-9040-6BA593DF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351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ECE6-7A7D-664C-A646-0577ABD5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102836"/>
            <a:ext cx="11799733" cy="70532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D8159-490F-9D44-8DE1-C95E4198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8"/>
            <a:ext cx="11807825" cy="421163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81DD2-B40B-6F40-8846-B6C265F6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0DD2-F15B-0E4C-ACB5-7DEB62EE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4EA89-1BE2-0F40-B054-7AB8ACBF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104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6C57-B154-3447-8B55-54316475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80" y="1089026"/>
            <a:ext cx="11798620" cy="719138"/>
          </a:xfrm>
          <a:prstGeom prst="rect">
            <a:avLst/>
          </a:prstGeom>
        </p:spPr>
        <p:txBody>
          <a:bodyPr anchor="b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488A-550B-FD44-870D-6B5F0CA0C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180" y="1987551"/>
            <a:ext cx="5819620" cy="42136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EBD61-1D0E-8247-8181-00E7B3992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987551"/>
            <a:ext cx="5827713" cy="4189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9C4F-0816-E949-A19A-C72D7413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E692D-CAEE-E847-999C-19F61DAB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8AC9C-BE73-C946-A793-2A1ADEE0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480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7"/>
            <a:ext cx="5832475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88" y="2314322"/>
            <a:ext cx="5832476" cy="387534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5EA90-3B54-D74E-BE42-B5E34C217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989137"/>
            <a:ext cx="5827713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7D3D-11B1-CB4C-A33F-C8BC62E3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14322"/>
            <a:ext cx="5827713" cy="387534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509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7"/>
            <a:ext cx="5832475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88" y="2314322"/>
            <a:ext cx="5832476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5EA90-3B54-D74E-BE42-B5E34C217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989137"/>
            <a:ext cx="5827713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7D3D-11B1-CB4C-A33F-C8BC62E3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14322"/>
            <a:ext cx="5827713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AF2A61-8083-714B-B6EA-A2C9374A76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0179" y="4418252"/>
            <a:ext cx="5832475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A49810-6CDC-1940-ABA4-D189C0035A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0178" y="4650749"/>
            <a:ext cx="5832475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E3FB61-C1CC-E949-B02F-C230B61EC8C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101" y="4410160"/>
            <a:ext cx="5832475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EEC9536-D82E-1D48-A1FD-3B14AAF76BE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100" y="4642657"/>
            <a:ext cx="5832475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57039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177" y="1989137"/>
            <a:ext cx="3735319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0554" y="2314322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AF2A61-8083-714B-B6EA-A2C9374A76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0178" y="4418252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A49810-6CDC-1940-ABA4-D189C0035A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0178" y="4650749"/>
            <a:ext cx="3734562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3D705129-1E26-D543-92A1-EFAF8E911FC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236469" y="1989138"/>
            <a:ext cx="3734137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0CA5CD9C-5511-DA4E-8F95-0917EC4C4D0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36846" y="2314323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2D26FB4-A694-EA42-9284-28128210565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6470" y="4418253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2F72328-61B5-6F45-A95F-1C82C2078F2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6470" y="4650750"/>
            <a:ext cx="3734136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F990E76-7FE9-CE42-A7A1-42B9EA1875D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263521" y="1989139"/>
            <a:ext cx="3734137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70A49019-5474-AF4C-8165-4F90E84BC2B0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263898" y="2314324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29B511B-4BFB-E44D-B631-01E01AC6719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263522" y="4418254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2B29021-5CC6-F44B-BEBD-C14F14FA8A1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63522" y="4650751"/>
            <a:ext cx="3734136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94950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8144-9A3F-AC4B-ACA3-2C05BA3F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93" y="1089025"/>
            <a:ext cx="11798620" cy="7191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583CD-F360-AA49-A6B4-38560C66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C4A53-7C48-3846-9C4E-47C297C7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5C61-F597-874B-8F86-E6021962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90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4CAD3-2491-3045-91F4-95BA2887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D3671-8D78-AB47-8428-FB2C74A7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53978-B0A2-9346-AEA0-9BBC0215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300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B380-B0ED-AA4C-9846-18497E75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81" y="1089025"/>
            <a:ext cx="4563908" cy="7191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539D-BE42-5E44-9649-A43967320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243" y="1089025"/>
            <a:ext cx="7075670" cy="511174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09BA3-2099-E943-B907-9054F9DEA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181" y="1989137"/>
            <a:ext cx="4563908" cy="4211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AB5F5894-33BA-4E4A-9F4E-10CED6A3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471A9A3F-F760-AC4F-941F-1DB118B8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7A949EF-DF5A-EE4E-8E11-B2AC890C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5762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38C2-A537-A048-9C5D-EC1FA9710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5" y="1089025"/>
            <a:ext cx="4563533" cy="7191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60598-20E7-F042-89BA-C6678DD94E0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08549" y="1089025"/>
            <a:ext cx="7091363" cy="511175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z="1600"/>
              <a:t>Picture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A6C57-B059-7548-8C2E-30FE726D9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55" y="1989137"/>
            <a:ext cx="4563533" cy="4211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513B4-C6DE-674E-99C4-2B60E0B3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753AB-B7F1-204E-AFB9-F65DEBC6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C4982-79FD-9346-AC3D-B384016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0467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32CD5EFD-0980-814B-9F8E-224DB3C186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7483" y="5663090"/>
            <a:ext cx="2425320" cy="1406170"/>
          </a:xfrm>
          <a:prstGeom prst="rect">
            <a:avLst/>
          </a:prstGeom>
        </p:spPr>
      </p:pic>
      <p:pic>
        <p:nvPicPr>
          <p:cNvPr id="6" name="Graphic 9" descr="Group of people">
            <a:extLst>
              <a:ext uri="{FF2B5EF4-FFF2-40B4-BE49-F238E27FC236}">
                <a16:creationId xmlns:a16="http://schemas.microsoft.com/office/drawing/2014/main" id="{04DA598E-973C-444B-B284-F9B89ADF5C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14" y="931044"/>
            <a:ext cx="2752725" cy="2752725"/>
          </a:xfrm>
          <a:prstGeom prst="rect">
            <a:avLst/>
          </a:prstGeom>
        </p:spPr>
      </p:pic>
      <p:pic>
        <p:nvPicPr>
          <p:cNvPr id="7" name="Graphic 10" descr="Man">
            <a:extLst>
              <a:ext uri="{FF2B5EF4-FFF2-40B4-BE49-F238E27FC236}">
                <a16:creationId xmlns:a16="http://schemas.microsoft.com/office/drawing/2014/main" id="{3ABC57AA-9A23-E943-85D9-17073FE2380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7483" y="4695675"/>
            <a:ext cx="1028781" cy="1028781"/>
          </a:xfrm>
          <a:prstGeom prst="rect">
            <a:avLst/>
          </a:prstGeom>
        </p:spPr>
      </p:pic>
      <p:pic>
        <p:nvPicPr>
          <p:cNvPr id="8" name="Graphic 12" descr="Male profile">
            <a:extLst>
              <a:ext uri="{FF2B5EF4-FFF2-40B4-BE49-F238E27FC236}">
                <a16:creationId xmlns:a16="http://schemas.microsoft.com/office/drawing/2014/main" id="{FD577FC3-8631-A045-A4A7-CAFE2F87D65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3742" y="5825652"/>
            <a:ext cx="914400" cy="914400"/>
          </a:xfrm>
          <a:prstGeom prst="rect">
            <a:avLst/>
          </a:prstGeom>
        </p:spPr>
      </p:pic>
      <p:pic>
        <p:nvPicPr>
          <p:cNvPr id="9" name="Graphic 13" descr="Female Profile">
            <a:extLst>
              <a:ext uri="{FF2B5EF4-FFF2-40B4-BE49-F238E27FC236}">
                <a16:creationId xmlns:a16="http://schemas.microsoft.com/office/drawing/2014/main" id="{637B6C78-5FC2-354E-AC47-978ED205EF4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1698" y="5825652"/>
            <a:ext cx="914400" cy="914400"/>
          </a:xfrm>
          <a:prstGeom prst="rect">
            <a:avLst/>
          </a:prstGeom>
        </p:spPr>
      </p:pic>
      <p:pic>
        <p:nvPicPr>
          <p:cNvPr id="10" name="Graphic 14" descr="Lecturer">
            <a:extLst>
              <a:ext uri="{FF2B5EF4-FFF2-40B4-BE49-F238E27FC236}">
                <a16:creationId xmlns:a16="http://schemas.microsoft.com/office/drawing/2014/main" id="{6FF3E188-079E-6A4E-92CC-8D52843FFF6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037" y="4090833"/>
            <a:ext cx="1082559" cy="1082559"/>
          </a:xfrm>
          <a:prstGeom prst="rect">
            <a:avLst/>
          </a:prstGeom>
        </p:spPr>
      </p:pic>
      <p:pic>
        <p:nvPicPr>
          <p:cNvPr id="11" name="Graphic 15" descr="Teacher">
            <a:extLst>
              <a:ext uri="{FF2B5EF4-FFF2-40B4-BE49-F238E27FC236}">
                <a16:creationId xmlns:a16="http://schemas.microsoft.com/office/drawing/2014/main" id="{DF6DB79B-368A-CC45-A897-9F8821585E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82562" y="3683769"/>
            <a:ext cx="1123270" cy="1123270"/>
          </a:xfrm>
          <a:prstGeom prst="rect">
            <a:avLst/>
          </a:prstGeom>
        </p:spPr>
      </p:pic>
      <p:pic>
        <p:nvPicPr>
          <p:cNvPr id="12" name="Graphic 17" descr="Users">
            <a:extLst>
              <a:ext uri="{FF2B5EF4-FFF2-40B4-BE49-F238E27FC236}">
                <a16:creationId xmlns:a16="http://schemas.microsoft.com/office/drawing/2014/main" id="{AA866559-5094-8C44-A181-5E124801933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6951" y="1915705"/>
            <a:ext cx="1203728" cy="1203728"/>
          </a:xfrm>
          <a:prstGeom prst="rect">
            <a:avLst/>
          </a:prstGeom>
        </p:spPr>
      </p:pic>
      <p:pic>
        <p:nvPicPr>
          <p:cNvPr id="13" name="Graphic 18" descr="Circle with right arrow">
            <a:extLst>
              <a:ext uri="{FF2B5EF4-FFF2-40B4-BE49-F238E27FC236}">
                <a16:creationId xmlns:a16="http://schemas.microsoft.com/office/drawing/2014/main" id="{1A8DA4D5-B917-E740-B951-392331F5ED4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4420" y="5870119"/>
            <a:ext cx="914400" cy="914400"/>
          </a:xfrm>
          <a:prstGeom prst="rect">
            <a:avLst/>
          </a:prstGeom>
        </p:spPr>
      </p:pic>
      <p:pic>
        <p:nvPicPr>
          <p:cNvPr id="14" name="Graphic 19" descr="Circle with right arrow">
            <a:extLst>
              <a:ext uri="{FF2B5EF4-FFF2-40B4-BE49-F238E27FC236}">
                <a16:creationId xmlns:a16="http://schemas.microsoft.com/office/drawing/2014/main" id="{33F3493D-E90F-AB4C-A6A0-16334AA95EC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0800000" flipV="1">
            <a:off x="4597673" y="5870119"/>
            <a:ext cx="914400" cy="914400"/>
          </a:xfrm>
          <a:prstGeom prst="rect">
            <a:avLst/>
          </a:prstGeom>
        </p:spPr>
      </p:pic>
      <p:pic>
        <p:nvPicPr>
          <p:cNvPr id="15" name="Graphic 21" descr="Brain in head">
            <a:extLst>
              <a:ext uri="{FF2B5EF4-FFF2-40B4-BE49-F238E27FC236}">
                <a16:creationId xmlns:a16="http://schemas.microsoft.com/office/drawing/2014/main" id="{FD52055C-63C1-5442-9521-1A83E329937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52079" y="5627868"/>
            <a:ext cx="1156651" cy="1156651"/>
          </a:xfrm>
          <a:prstGeom prst="rect">
            <a:avLst/>
          </a:prstGeom>
        </p:spPr>
      </p:pic>
      <p:pic>
        <p:nvPicPr>
          <p:cNvPr id="16" name="Graphic 22" descr="Person with idea">
            <a:extLst>
              <a:ext uri="{FF2B5EF4-FFF2-40B4-BE49-F238E27FC236}">
                <a16:creationId xmlns:a16="http://schemas.microsoft.com/office/drawing/2014/main" id="{D231E3E1-56A7-2A43-95A1-C5B0F759E5A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74122" y="1991584"/>
            <a:ext cx="1297326" cy="1297326"/>
          </a:xfrm>
          <a:prstGeom prst="rect">
            <a:avLst/>
          </a:prstGeom>
        </p:spPr>
      </p:pic>
      <p:pic>
        <p:nvPicPr>
          <p:cNvPr id="17" name="Graphic 23" descr="Group brainstorm">
            <a:extLst>
              <a:ext uri="{FF2B5EF4-FFF2-40B4-BE49-F238E27FC236}">
                <a16:creationId xmlns:a16="http://schemas.microsoft.com/office/drawing/2014/main" id="{1539B19C-541F-AC48-BEF0-7DED565FF733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19694" y="852614"/>
            <a:ext cx="1330432" cy="1330432"/>
          </a:xfrm>
          <a:prstGeom prst="rect">
            <a:avLst/>
          </a:prstGeom>
        </p:spPr>
      </p:pic>
      <p:pic>
        <p:nvPicPr>
          <p:cNvPr id="18" name="Graphic 24" descr="Customer review">
            <a:extLst>
              <a:ext uri="{FF2B5EF4-FFF2-40B4-BE49-F238E27FC236}">
                <a16:creationId xmlns:a16="http://schemas.microsoft.com/office/drawing/2014/main" id="{CDE085C0-F896-3440-AEE4-9DC2E70EB390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13184" y="3964453"/>
            <a:ext cx="1335320" cy="1335320"/>
          </a:xfrm>
          <a:prstGeom prst="rect">
            <a:avLst/>
          </a:prstGeom>
        </p:spPr>
      </p:pic>
      <p:pic>
        <p:nvPicPr>
          <p:cNvPr id="19" name="Graphic 25" descr="Social network">
            <a:extLst>
              <a:ext uri="{FF2B5EF4-FFF2-40B4-BE49-F238E27FC236}">
                <a16:creationId xmlns:a16="http://schemas.microsoft.com/office/drawing/2014/main" id="{68515830-B2B0-E245-AF8B-8EE05A71F98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3277" y="3845892"/>
            <a:ext cx="1763985" cy="1763985"/>
          </a:xfrm>
          <a:prstGeom prst="rect">
            <a:avLst/>
          </a:prstGeom>
        </p:spPr>
      </p:pic>
      <p:pic>
        <p:nvPicPr>
          <p:cNvPr id="20" name="Graphic 26" descr="Line arrow: Straight">
            <a:extLst>
              <a:ext uri="{FF2B5EF4-FFF2-40B4-BE49-F238E27FC236}">
                <a16:creationId xmlns:a16="http://schemas.microsoft.com/office/drawing/2014/main" id="{9B5957D1-03B3-064C-BF58-A30028A2277F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489004" y="4955719"/>
            <a:ext cx="914400" cy="914400"/>
          </a:xfrm>
          <a:prstGeom prst="rect">
            <a:avLst/>
          </a:prstGeom>
        </p:spPr>
      </p:pic>
      <p:pic>
        <p:nvPicPr>
          <p:cNvPr id="21" name="Graphic 27" descr="Head with gears">
            <a:extLst>
              <a:ext uri="{FF2B5EF4-FFF2-40B4-BE49-F238E27FC236}">
                <a16:creationId xmlns:a16="http://schemas.microsoft.com/office/drawing/2014/main" id="{74B80D84-2447-DC4D-A04D-706E912F1C94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flipH="1">
            <a:off x="2242055" y="5627868"/>
            <a:ext cx="1156651" cy="1156651"/>
          </a:xfrm>
          <a:prstGeom prst="rect">
            <a:avLst/>
          </a:prstGeom>
        </p:spPr>
      </p:pic>
      <p:pic>
        <p:nvPicPr>
          <p:cNvPr id="22" name="Graphic 28" descr="Single gear">
            <a:extLst>
              <a:ext uri="{FF2B5EF4-FFF2-40B4-BE49-F238E27FC236}">
                <a16:creationId xmlns:a16="http://schemas.microsoft.com/office/drawing/2014/main" id="{F3B81E84-6995-1A42-BA4A-EEA98C842B3E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28952" y="1494575"/>
            <a:ext cx="1205978" cy="1205978"/>
          </a:xfrm>
          <a:prstGeom prst="rect">
            <a:avLst/>
          </a:prstGeom>
        </p:spPr>
      </p:pic>
      <p:pic>
        <p:nvPicPr>
          <p:cNvPr id="23" name="Graphic 29" descr="Gears">
            <a:extLst>
              <a:ext uri="{FF2B5EF4-FFF2-40B4-BE49-F238E27FC236}">
                <a16:creationId xmlns:a16="http://schemas.microsoft.com/office/drawing/2014/main" id="{738B8D76-89C6-0A47-A1EC-88BDC77C76EE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761899" y="5677034"/>
            <a:ext cx="914400" cy="914400"/>
          </a:xfrm>
          <a:prstGeom prst="rect">
            <a:avLst/>
          </a:prstGeom>
        </p:spPr>
      </p:pic>
      <p:pic>
        <p:nvPicPr>
          <p:cNvPr id="24" name="Graphic 32" descr="Brain in head">
            <a:extLst>
              <a:ext uri="{FF2B5EF4-FFF2-40B4-BE49-F238E27FC236}">
                <a16:creationId xmlns:a16="http://schemas.microsoft.com/office/drawing/2014/main" id="{0B3DE9B9-E900-E94D-8F7B-B39B3CEAA03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51681" y="5645859"/>
            <a:ext cx="1156651" cy="1156651"/>
          </a:xfrm>
          <a:prstGeom prst="rect">
            <a:avLst/>
          </a:prstGeom>
        </p:spPr>
      </p:pic>
      <p:pic>
        <p:nvPicPr>
          <p:cNvPr id="25" name="Graphic 33" descr="Head with gears">
            <a:extLst>
              <a:ext uri="{FF2B5EF4-FFF2-40B4-BE49-F238E27FC236}">
                <a16:creationId xmlns:a16="http://schemas.microsoft.com/office/drawing/2014/main" id="{27C05D7A-CE76-A24D-9EF2-02AEB87746D9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64753" y="5627868"/>
            <a:ext cx="1156651" cy="1156651"/>
          </a:xfrm>
          <a:prstGeom prst="rect">
            <a:avLst/>
          </a:prstGeom>
        </p:spPr>
      </p:pic>
      <p:pic>
        <p:nvPicPr>
          <p:cNvPr id="26" name="Graphic 2" descr="Drawing compass">
            <a:extLst>
              <a:ext uri="{FF2B5EF4-FFF2-40B4-BE49-F238E27FC236}">
                <a16:creationId xmlns:a16="http://schemas.microsoft.com/office/drawing/2014/main" id="{A4E985D3-22BB-CF4C-A04D-E83F0820D49A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160667" y="3495651"/>
            <a:ext cx="914400" cy="914400"/>
          </a:xfrm>
          <a:prstGeom prst="rect">
            <a:avLst/>
          </a:prstGeom>
        </p:spPr>
      </p:pic>
      <p:pic>
        <p:nvPicPr>
          <p:cNvPr id="27" name="Graphic 35" descr="Thought bubble">
            <a:extLst>
              <a:ext uri="{FF2B5EF4-FFF2-40B4-BE49-F238E27FC236}">
                <a16:creationId xmlns:a16="http://schemas.microsoft.com/office/drawing/2014/main" id="{7442ADAD-1851-054C-B6BD-75345245D0AB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83678" y="4806710"/>
            <a:ext cx="914400" cy="914400"/>
          </a:xfrm>
          <a:prstGeom prst="rect">
            <a:avLst/>
          </a:prstGeom>
        </p:spPr>
      </p:pic>
      <p:pic>
        <p:nvPicPr>
          <p:cNvPr id="28" name="Graphic 37" descr="Speech">
            <a:extLst>
              <a:ext uri="{FF2B5EF4-FFF2-40B4-BE49-F238E27FC236}">
                <a16:creationId xmlns:a16="http://schemas.microsoft.com/office/drawing/2014/main" id="{BE2780E0-E0C6-074B-9AA0-A75E3DE92942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416761" y="3565706"/>
            <a:ext cx="914400" cy="914400"/>
          </a:xfrm>
          <a:prstGeom prst="rect">
            <a:avLst/>
          </a:prstGeom>
        </p:spPr>
      </p:pic>
      <p:pic>
        <p:nvPicPr>
          <p:cNvPr id="29" name="Graphic 39" descr="Atom">
            <a:extLst>
              <a:ext uri="{FF2B5EF4-FFF2-40B4-BE49-F238E27FC236}">
                <a16:creationId xmlns:a16="http://schemas.microsoft.com/office/drawing/2014/main" id="{BDBA72AA-3660-C543-8784-A9630CB04CDD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064418" y="2505803"/>
            <a:ext cx="914400" cy="914400"/>
          </a:xfrm>
          <a:prstGeom prst="rect">
            <a:avLst/>
          </a:prstGeom>
        </p:spPr>
      </p:pic>
      <p:pic>
        <p:nvPicPr>
          <p:cNvPr id="30" name="Graphic 41" descr="Test tubes">
            <a:extLst>
              <a:ext uri="{FF2B5EF4-FFF2-40B4-BE49-F238E27FC236}">
                <a16:creationId xmlns:a16="http://schemas.microsoft.com/office/drawing/2014/main" id="{EE42C5C2-C3D4-BD4E-B7F0-C33001E2E5C8}"/>
              </a:ext>
            </a:extLst>
          </p:cNvPr>
          <p:cNvPicPr>
            <a:picLocks noChangeAspect="1"/>
          </p:cNvPicPr>
          <p:nvPr userDrawn="1"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146709" y="2962319"/>
            <a:ext cx="914400" cy="914400"/>
          </a:xfrm>
          <a:prstGeom prst="rect">
            <a:avLst/>
          </a:prstGeom>
        </p:spPr>
      </p:pic>
      <p:pic>
        <p:nvPicPr>
          <p:cNvPr id="31" name="Graphic 43" descr="Microscope">
            <a:extLst>
              <a:ext uri="{FF2B5EF4-FFF2-40B4-BE49-F238E27FC236}">
                <a16:creationId xmlns:a16="http://schemas.microsoft.com/office/drawing/2014/main" id="{02C32655-97BF-1E4E-BD81-F2C1CE94885F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992641" y="1386787"/>
            <a:ext cx="914400" cy="914400"/>
          </a:xfrm>
          <a:prstGeom prst="rect">
            <a:avLst/>
          </a:prstGeom>
        </p:spPr>
      </p:pic>
      <p:pic>
        <p:nvPicPr>
          <p:cNvPr id="32" name="Graphic 45" descr="Classroom">
            <a:extLst>
              <a:ext uri="{FF2B5EF4-FFF2-40B4-BE49-F238E27FC236}">
                <a16:creationId xmlns:a16="http://schemas.microsoft.com/office/drawing/2014/main" id="{40078F79-31AC-4948-8FF5-3ED90E65BD6E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85874" y="3683769"/>
            <a:ext cx="1186701" cy="1186701"/>
          </a:xfrm>
          <a:prstGeom prst="rect">
            <a:avLst/>
          </a:prstGeom>
        </p:spPr>
      </p:pic>
      <p:pic>
        <p:nvPicPr>
          <p:cNvPr id="33" name="Graphic 47" descr="Flask">
            <a:extLst>
              <a:ext uri="{FF2B5EF4-FFF2-40B4-BE49-F238E27FC236}">
                <a16:creationId xmlns:a16="http://schemas.microsoft.com/office/drawing/2014/main" id="{44AD63B0-2258-E147-B8B3-8591B8A3764D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626485" y="2432883"/>
            <a:ext cx="914400" cy="914400"/>
          </a:xfrm>
          <a:prstGeom prst="rect">
            <a:avLst/>
          </a:prstGeom>
        </p:spPr>
      </p:pic>
      <p:pic>
        <p:nvPicPr>
          <p:cNvPr id="34" name="Graphic 49" descr="Books">
            <a:extLst>
              <a:ext uri="{FF2B5EF4-FFF2-40B4-BE49-F238E27FC236}">
                <a16:creationId xmlns:a16="http://schemas.microsoft.com/office/drawing/2014/main" id="{DF9D6352-2CCC-1444-A834-B1A78E529506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301109" y="1584531"/>
            <a:ext cx="914400" cy="914400"/>
          </a:xfrm>
          <a:prstGeom prst="rect">
            <a:avLst/>
          </a:prstGeom>
        </p:spPr>
      </p:pic>
      <p:pic>
        <p:nvPicPr>
          <p:cNvPr id="35" name="Graphic 51" descr="Graduation cap">
            <a:extLst>
              <a:ext uri="{FF2B5EF4-FFF2-40B4-BE49-F238E27FC236}">
                <a16:creationId xmlns:a16="http://schemas.microsoft.com/office/drawing/2014/main" id="{7863313B-2B16-3649-8E15-AE04C6A53ED0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765965" y="3572690"/>
            <a:ext cx="914400" cy="914400"/>
          </a:xfrm>
          <a:prstGeom prst="rect">
            <a:avLst/>
          </a:prstGeom>
        </p:spPr>
      </p:pic>
      <p:pic>
        <p:nvPicPr>
          <p:cNvPr id="36" name="Graphic 53" descr="Diploma roll">
            <a:extLst>
              <a:ext uri="{FF2B5EF4-FFF2-40B4-BE49-F238E27FC236}">
                <a16:creationId xmlns:a16="http://schemas.microsoft.com/office/drawing/2014/main" id="{62F30BDA-DACD-BF42-8DE6-E499696F1E8A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350974" y="2662233"/>
            <a:ext cx="914400" cy="914400"/>
          </a:xfrm>
          <a:prstGeom prst="rect">
            <a:avLst/>
          </a:prstGeom>
        </p:spPr>
      </p:pic>
      <p:pic>
        <p:nvPicPr>
          <p:cNvPr id="37" name="Graphic 55" descr="Woman">
            <a:extLst>
              <a:ext uri="{FF2B5EF4-FFF2-40B4-BE49-F238E27FC236}">
                <a16:creationId xmlns:a16="http://schemas.microsoft.com/office/drawing/2014/main" id="{789C7B07-A7D3-834D-A66D-A93F7332C4C3}"/>
              </a:ext>
            </a:extLst>
          </p:cNvPr>
          <p:cNvPicPr>
            <a:picLocks noChangeAspect="1"/>
          </p:cNvPicPr>
          <p:nvPr userDrawn="1"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143982" y="4599087"/>
            <a:ext cx="1028781" cy="1028781"/>
          </a:xfrm>
          <a:prstGeom prst="rect">
            <a:avLst/>
          </a:prstGeom>
        </p:spPr>
      </p:pic>
      <p:pic>
        <p:nvPicPr>
          <p:cNvPr id="38" name="Graphic 57" descr="Lightbulb and gear">
            <a:extLst>
              <a:ext uri="{FF2B5EF4-FFF2-40B4-BE49-F238E27FC236}">
                <a16:creationId xmlns:a16="http://schemas.microsoft.com/office/drawing/2014/main" id="{5D6F4F82-38DF-4D41-A105-5DA539A01E86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597798" y="1199387"/>
            <a:ext cx="914400" cy="914400"/>
          </a:xfrm>
          <a:prstGeom prst="rect">
            <a:avLst/>
          </a:prstGeom>
        </p:spPr>
      </p:pic>
      <p:pic>
        <p:nvPicPr>
          <p:cNvPr id="39" name="Graphic 40" descr="Line arrow: Straight">
            <a:extLst>
              <a:ext uri="{FF2B5EF4-FFF2-40B4-BE49-F238E27FC236}">
                <a16:creationId xmlns:a16="http://schemas.microsoft.com/office/drawing/2014/main" id="{7E5AE010-773F-2B43-B401-E57CCB5CD050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flipH="1" flipV="1">
            <a:off x="5660577" y="4940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E16DB-0F0F-994D-A403-C9AB95C3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1104756"/>
            <a:ext cx="11798620" cy="70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tabLst>
                <a:tab pos="525463" algn="l"/>
              </a:tabLst>
            </a:pPr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9CB4-F383-0740-80DE-33C5455CE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8" y="1994170"/>
            <a:ext cx="11798620" cy="4182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E389-49B8-6646-8E5E-600A96746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468" y="6356349"/>
            <a:ext cx="947170" cy="302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5C3DE"/>
                </a:solidFill>
              </a:defRPr>
            </a:lvl1pPr>
          </a:lstStyle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2F074-0271-8E4C-A0D5-4D84215F5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3505" y="6356351"/>
            <a:ext cx="10145949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5C3DE"/>
                </a:solidFill>
              </a:defRPr>
            </a:lvl1pPr>
          </a:lstStyle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4753-7DC6-624B-84C7-488F2ABE6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8926" y="6356350"/>
            <a:ext cx="401782" cy="312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5C3DE"/>
                </a:solidFill>
              </a:defRPr>
            </a:lvl1pPr>
          </a:lstStyle>
          <a:p>
            <a:fld id="{E57EA1BE-92D9-9E4F-B3B9-F1A717F85676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7" name="Obrázek 16" descr="Obsah obrázku hodiny, objekt, zeď, interiér&#10;&#10;Popis byl vytvořen automaticky">
            <a:extLst>
              <a:ext uri="{FF2B5EF4-FFF2-40B4-BE49-F238E27FC236}">
                <a16:creationId xmlns:a16="http://schemas.microsoft.com/office/drawing/2014/main" id="{5CA00B4A-CF56-DD46-BDEA-778A8A4B833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16468" y="227013"/>
            <a:ext cx="4775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6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9" r:id="rId2"/>
    <p:sldLayoutId id="2147483669" r:id="rId3"/>
    <p:sldLayoutId id="2147483670" r:id="rId4"/>
    <p:sldLayoutId id="2147483671" r:id="rId5"/>
    <p:sldLayoutId id="2147483672" r:id="rId6"/>
    <p:sldLayoutId id="2147483683" r:id="rId7"/>
    <p:sldLayoutId id="2147483685" r:id="rId8"/>
    <p:sldLayoutId id="2147483673" r:id="rId9"/>
    <p:sldLayoutId id="2147483674" r:id="rId10"/>
    <p:sldLayoutId id="2147483675" r:id="rId11"/>
    <p:sldLayoutId id="2147483676" r:id="rId12"/>
    <p:sldLayoutId id="214748369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05C3DE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7559" userDrawn="1">
          <p15:clr>
            <a:srgbClr val="F26B43"/>
          </p15:clr>
        </p15:guide>
        <p15:guide id="4" orient="horz" pos="686" userDrawn="1">
          <p15:clr>
            <a:srgbClr val="F26B43"/>
          </p15:clr>
        </p15:guide>
        <p15:guide id="5" orient="horz" pos="527" userDrawn="1">
          <p15:clr>
            <a:srgbClr val="F26B43"/>
          </p15:clr>
        </p15:guide>
        <p15:guide id="6" orient="horz" pos="1139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733" userDrawn="1">
          <p15:clr>
            <a:srgbClr val="F26B43"/>
          </p15:clr>
        </p15:guide>
        <p15:guide id="9" orient="horz" pos="3997" userDrawn="1">
          <p15:clr>
            <a:srgbClr val="F26B43"/>
          </p15:clr>
        </p15:guide>
        <p15:guide id="10" orient="horz" pos="3906" userDrawn="1">
          <p15:clr>
            <a:srgbClr val="F26B43"/>
          </p15:clr>
        </p15:guide>
        <p15:guide id="11" orient="horz" pos="4201" userDrawn="1">
          <p15:clr>
            <a:srgbClr val="F26B43"/>
          </p15:clr>
        </p15:guide>
        <p15:guide id="12" orient="horz" pos="119" userDrawn="1">
          <p15:clr>
            <a:srgbClr val="F26B43"/>
          </p15:clr>
        </p15:guide>
        <p15:guide id="13" pos="824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1253" userDrawn="1">
          <p15:clr>
            <a:srgbClr val="F26B43"/>
          </p15:clr>
        </p15:guide>
        <p15:guide id="16" pos="3795" userDrawn="1">
          <p15:clr>
            <a:srgbClr val="F26B43"/>
          </p15:clr>
        </p15:guide>
        <p15:guide id="17" pos="3885" userDrawn="1">
          <p15:clr>
            <a:srgbClr val="F26B43"/>
          </p15:clr>
        </p15:guide>
        <p15:guide id="18" pos="7310" userDrawn="1">
          <p15:clr>
            <a:srgbClr val="F26B43"/>
          </p15:clr>
        </p15:guide>
        <p15:guide id="19" pos="3092" userDrawn="1">
          <p15:clr>
            <a:srgbClr val="F26B43"/>
          </p15:clr>
        </p15:guide>
        <p15:guide id="20" pos="30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0</a:t>
            </a:fld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8A07965-3B41-4CA2-88CB-8990FAE97BB1}"/>
              </a:ext>
            </a:extLst>
          </p:cNvPr>
          <p:cNvSpPr txBox="1"/>
          <p:nvPr/>
        </p:nvSpPr>
        <p:spPr>
          <a:xfrm>
            <a:off x="443405" y="1679308"/>
            <a:ext cx="110647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cs-CZ" dirty="0"/>
            </a:br>
            <a:r>
              <a:rPr lang="cs-CZ" sz="2400" dirty="0"/>
              <a:t>Katedra kybernetiky a biomedicínského inženýrství, FEI, VSB-TUO</a:t>
            </a:r>
            <a:endParaRPr lang="cs-CZ" sz="1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1734830" y="3305722"/>
            <a:ext cx="8469248" cy="954107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cs-CZ" sz="2800" b="1" dirty="0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Průmyslová robotika II</a:t>
            </a:r>
          </a:p>
          <a:p>
            <a:pPr algn="ctr"/>
            <a:endParaRPr lang="cs-CZ" sz="2800" b="1" dirty="0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7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1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 dirty="0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Programování průmyslových robotů</a:t>
            </a:r>
            <a:endParaRPr lang="en-US" sz="2600" b="1" dirty="0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2BEBD07-ECB7-4336-B2E3-AC4F1D5BE053}"/>
              </a:ext>
            </a:extLst>
          </p:cNvPr>
          <p:cNvSpPr txBox="1"/>
          <p:nvPr/>
        </p:nvSpPr>
        <p:spPr>
          <a:xfrm>
            <a:off x="300790" y="1721419"/>
            <a:ext cx="11650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/>
              <a:t>Text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/>
              <a:t>Text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dirty="0"/>
              <a:t>Text</a:t>
            </a:r>
          </a:p>
          <a:p>
            <a:pPr lvl="1"/>
            <a:endParaRPr lang="cs-CZ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cs-CZ" dirty="0"/>
          </a:p>
          <a:p>
            <a:endParaRPr lang="en-US" dirty="0"/>
          </a:p>
        </p:txBody>
      </p:sp>
      <p:pic>
        <p:nvPicPr>
          <p:cNvPr id="2" name="Obrázek 1" descr="Obsah obrázku hračka, nivelační přístroj&#10;&#10;Popis byl vytvořen automaticky">
            <a:extLst>
              <a:ext uri="{FF2B5EF4-FFF2-40B4-BE49-F238E27FC236}">
                <a16:creationId xmlns:a16="http://schemas.microsoft.com/office/drawing/2014/main" id="{C048C658-A296-F4BF-D81A-5E47EE742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061" y="1721419"/>
            <a:ext cx="3237175" cy="341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7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2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 dirty="0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Programování průmyslových robotů</a:t>
            </a:r>
            <a:endParaRPr lang="en-US" sz="2600" b="1" dirty="0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2BEBD07-ECB7-4336-B2E3-AC4F1D5BE053}"/>
              </a:ext>
            </a:extLst>
          </p:cNvPr>
          <p:cNvSpPr txBox="1"/>
          <p:nvPr/>
        </p:nvSpPr>
        <p:spPr>
          <a:xfrm>
            <a:off x="216468" y="3070825"/>
            <a:ext cx="116509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4400" dirty="0"/>
              <a:t>Děkuji za pozornost</a:t>
            </a:r>
          </a:p>
          <a:p>
            <a:endParaRPr lang="cs-C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738559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S" id="{9D2C78AB-A455-E741-85CA-C11055A2E6DB}" vid="{95D3B5E3-3CBF-A545-94D4-D2BA6EC21C9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754e598-d92b-432a-bfc7-587b8d54ca5c" xsi:nil="true"/>
    <lcf76f155ced4ddcb4097134ff3c332f xmlns="27a2ce00-e365-4280-9079-57f3c403b5f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F35B7C6428F3942BC985A28E33CC377" ma:contentTypeVersion="12" ma:contentTypeDescription="Vytvoří nový dokument" ma:contentTypeScope="" ma:versionID="1afc9a6ff6065f56f3161a2df7ee6220">
  <xsd:schema xmlns:xsd="http://www.w3.org/2001/XMLSchema" xmlns:xs="http://www.w3.org/2001/XMLSchema" xmlns:p="http://schemas.microsoft.com/office/2006/metadata/properties" xmlns:ns2="27a2ce00-e365-4280-9079-57f3c403b5f2" xmlns:ns3="0754e598-d92b-432a-bfc7-587b8d54ca5c" targetNamespace="http://schemas.microsoft.com/office/2006/metadata/properties" ma:root="true" ma:fieldsID="90d022d625bb7b410754c8122c9f4c1b" ns2:_="" ns3:_="">
    <xsd:import namespace="27a2ce00-e365-4280-9079-57f3c403b5f2"/>
    <xsd:import namespace="0754e598-d92b-432a-bfc7-587b8d54ca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2ce00-e365-4280-9079-57f3c403b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Značky obrázků" ma:readOnly="false" ma:fieldId="{5cf76f15-5ced-4ddc-b409-7134ff3c332f}" ma:taxonomyMulti="true" ma:sspId="42107113-769a-4d15-b935-6d8bd9557b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4e598-d92b-432a-bfc7-587b8d54ca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71fc4c-5cdc-4974-9914-c68f1f75d5b5}" ma:internalName="TaxCatchAll" ma:showField="CatchAllData" ma:web="0754e598-d92b-432a-bfc7-587b8d54ca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FE7B15-C92F-4F49-81F1-7267B0A36542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0754e598-d92b-432a-bfc7-587b8d54ca5c"/>
    <ds:schemaRef ds:uri="27a2ce00-e365-4280-9079-57f3c403b5f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99FA0CE-644E-40E6-9102-403F824386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A4D693-89AB-422F-A6EA-69D9907BA8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a2ce00-e365-4280-9079-57f3c403b5f2"/>
    <ds:schemaRef ds:uri="0754e598-d92b-432a-bfc7-587b8d54ca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1_Custom Design</Template>
  <TotalTime>83</TotalTime>
  <Words>31</Words>
  <Application>Microsoft Office PowerPoint</Application>
  <PresentationFormat>Širokoúhlá obrazovka</PresentationFormat>
  <Paragraphs>15</Paragraphs>
  <Slides>3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6" baseType="lpstr">
      <vt:lpstr>Arial</vt:lpstr>
      <vt:lpstr>Calibri</vt:lpstr>
      <vt:lpstr>1_Custom Design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Ziovsky Argir</dc:creator>
  <cp:lastModifiedBy>Batrla Adam</cp:lastModifiedBy>
  <cp:revision>129</cp:revision>
  <dcterms:created xsi:type="dcterms:W3CDTF">2019-09-01T08:00:02Z</dcterms:created>
  <dcterms:modified xsi:type="dcterms:W3CDTF">2024-10-15T12:37:27Z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0x0101009F35B7C6428F3942BC985A28E33CC377</vt:lpwstr>
  </property>
  <property fmtid="{D5CDD505-2E9C-101B-9397-08002B2CF9AE}" pid="3" name="MediaServiceImageTags">
    <vt:lpwstr/>
  </property>
</Properties>
</file>